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66" r:id="rId6"/>
    <p:sldId id="259" r:id="rId7"/>
    <p:sldId id="270" r:id="rId8"/>
    <p:sldId id="260" r:id="rId9"/>
    <p:sldId id="265" r:id="rId10"/>
    <p:sldId id="267" r:id="rId11"/>
    <p:sldId id="268" r:id="rId12"/>
    <p:sldId id="269" r:id="rId13"/>
    <p:sldId id="261" r:id="rId14"/>
    <p:sldId id="262" r:id="rId15"/>
    <p:sldId id="263" r:id="rId16"/>
    <p:sldId id="264" r:id="rId17"/>
  </p:sldIdLst>
  <p:sldSz cx="18288000" cy="10287000"/>
  <p:notesSz cx="6858000" cy="9144000"/>
  <p:embeddedFontLst>
    <p:embeddedFont>
      <p:font typeface="Anek Tamil Expanded ExtraBold" panose="02010600030101010101" charset="0"/>
      <p:bold r:id="rId22"/>
    </p:embeddedFont>
    <p:embeddedFont>
      <p:font typeface="Anek Tamil Expanded Light" panose="02010600030101010101" charset="0"/>
      <p:regular r:id="rId23"/>
    </p:embeddedFont>
    <p:embeddedFont>
      <p:font typeface="Anek Tamil Expanded Regular" panose="02010600030101010101" charset="0"/>
      <p:regular r:id="rId24"/>
    </p:embeddedFont>
    <p:embeddedFont>
      <p:font typeface="Anek Tamil Expanded SemiBold" panose="02010600030101010101" charset="0"/>
      <p:bold r:id="rId25"/>
    </p:embeddedFont>
    <p:embeddedFont>
      <p:font typeface="Lato" panose="020F0502020204030203" pitchFamily="34" charset="0"/>
      <p:regular r:id="rId26"/>
      <p:bold r:id="rId27"/>
      <p:italic r:id="rId28"/>
      <p:boldItalic r:id="rId29"/>
    </p:embeddedFont>
    <p:embeddedFont>
      <p:font typeface="Montserrat Light" pitchFamily="2" charset="0"/>
      <p:regular r:id="rId30"/>
      <p:italic r:id="rId31"/>
    </p:embeddedFont>
    <p:embeddedFont>
      <p:font typeface="Montserrat Regular" pitchFamily="2" charset="0"/>
      <p:regular r:id="rId32"/>
    </p:embeddedFont>
    <p:embeddedFont>
      <p:font typeface="Montserrat SemiBold" pitchFamily="2" charset="0"/>
      <p:bold r:id="rId33"/>
      <p:boldItalic r:id="rId34"/>
    </p:embeddedFont>
    <p:embeddedFont>
      <p:font typeface="Source Serif Pro" panose="02040603050405020204" pitchFamily="18"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L"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E28F8F"/>
    <a:srgbClr val="A173B7"/>
    <a:srgbClr val="E6A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p:scale>
          <a:sx n="50" d="100"/>
          <a:sy n="50" d="100"/>
        </p:scale>
        <p:origin x="1632" y="702"/>
      </p:cViewPr>
      <p:guideLst>
        <p:guide orient="horz" pos="2192"/>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font" Target="fonts/font17.fntdata"/><Relationship Id="rId37" Type="http://schemas.openxmlformats.org/officeDocument/2006/relationships/font" Target="fonts/font16.fntdata"/><Relationship Id="rId36" Type="http://schemas.openxmlformats.org/officeDocument/2006/relationships/font" Target="fonts/font15.fntdata"/><Relationship Id="rId35" Type="http://schemas.openxmlformats.org/officeDocument/2006/relationships/font" Target="fonts/font14.fntdata"/><Relationship Id="rId34" Type="http://schemas.openxmlformats.org/officeDocument/2006/relationships/font" Target="fonts/font13.fntdata"/><Relationship Id="rId33" Type="http://schemas.openxmlformats.org/officeDocument/2006/relationships/font" Target="fonts/font12.fntdata"/><Relationship Id="rId32" Type="http://schemas.openxmlformats.org/officeDocument/2006/relationships/font" Target="fonts/font11.fntdata"/><Relationship Id="rId31" Type="http://schemas.openxmlformats.org/officeDocument/2006/relationships/font" Target="fonts/font10.fntdata"/><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系列1</c:v>
                </c:pt>
              </c:strCache>
            </c:strRef>
          </c:tx>
          <c:spPr>
            <a:gradFill>
              <a:gsLst>
                <a:gs pos="89511">
                  <a:srgbClr val="BACDE5"/>
                </a:gs>
                <a:gs pos="0">
                  <a:srgbClr val="4F81BD">
                    <a:lumMod val="5000"/>
                    <a:lumOff val="95000"/>
                  </a:srgbClr>
                </a:gs>
                <a:gs pos="83000">
                  <a:srgbClr val="4F81BD">
                    <a:lumMod val="45000"/>
                    <a:lumOff val="55000"/>
                  </a:srgbClr>
                </a:gs>
                <a:gs pos="100000">
                  <a:srgbClr val="4F81BD">
                    <a:lumMod val="30000"/>
                    <a:lumOff val="70000"/>
                  </a:srgbClr>
                </a:gs>
              </a:gsLst>
              <a:lin ang="5400000" scaled="1"/>
            </a:gradFill>
          </c:spPr>
          <c:explosion val="0"/>
          <c:dPt>
            <c:idx val="0"/>
            <c:bubble3D val="0"/>
            <c:spPr>
              <a:gradFill>
                <a:gsLst>
                  <a:gs pos="89511">
                    <a:srgbClr val="E6A7A7"/>
                  </a:gs>
                  <a:gs pos="0">
                    <a:srgbClr val="4F81BD">
                      <a:lumMod val="5000"/>
                      <a:lumOff val="95000"/>
                    </a:srgbClr>
                  </a:gs>
                </a:gsLst>
                <a:lin ang="5400000" scaled="1"/>
              </a:gradFill>
              <a:ln>
                <a:noFill/>
              </a:ln>
              <a:effectLst/>
            </c:spPr>
          </c:dPt>
          <c:dPt>
            <c:idx val="1"/>
            <c:bubble3D val="0"/>
            <c:spPr>
              <a:gradFill>
                <a:gsLst>
                  <a:gs pos="0">
                    <a:srgbClr val="4F81BD">
                      <a:lumMod val="5000"/>
                      <a:lumOff val="95000"/>
                    </a:srgbClr>
                  </a:gs>
                  <a:gs pos="100000">
                    <a:srgbClr val="C6C1E6"/>
                  </a:gs>
                </a:gsLst>
                <a:lin ang="5400000" scaled="1"/>
              </a:gradFill>
              <a:ln>
                <a:noFill/>
              </a:ln>
              <a:effectLst/>
            </c:spPr>
          </c:dPt>
          <c:dPt>
            <c:idx val="2"/>
            <c:bubble3D val="0"/>
            <c:spPr>
              <a:gradFill>
                <a:gsLst>
                  <a:gs pos="91000">
                    <a:srgbClr val="A173B7"/>
                  </a:gs>
                  <a:gs pos="0">
                    <a:srgbClr val="4F81BD">
                      <a:lumMod val="5000"/>
                      <a:lumOff val="95000"/>
                    </a:srgbClr>
                  </a:gs>
                </a:gsLst>
                <a:lin ang="5400000" scaled="1"/>
              </a:gradFill>
              <a:ln>
                <a:noFill/>
              </a:ln>
              <a:effectLst/>
            </c:spPr>
          </c:dPt>
          <c:dPt>
            <c:idx val="3"/>
            <c:bubble3D val="0"/>
            <c:spPr>
              <a:gradFill>
                <a:gsLst>
                  <a:gs pos="100000">
                    <a:srgbClr val="C0504D">
                      <a:lumMod val="75000"/>
                    </a:srgbClr>
                  </a:gs>
                  <a:gs pos="0">
                    <a:srgbClr val="4F81BD">
                      <a:lumMod val="5000"/>
                      <a:lumOff val="95000"/>
                    </a:srgbClr>
                  </a:gs>
                </a:gsLst>
                <a:lin ang="600000" scaled="0"/>
              </a:gradFill>
              <a:ln>
                <a:noFill/>
              </a:ln>
              <a:effectLst/>
            </c:spPr>
          </c:dPt>
          <c:dLbls>
            <c:delete val="1"/>
          </c:dLbls>
          <c:cat>
            <c:strRef>
              <c:f>Sheet1!$A$2:$A$5</c:f>
              <c:strCache>
                <c:ptCount val="4"/>
                <c:pt idx="0">
                  <c:v>分类1</c:v>
                </c:pt>
                <c:pt idx="1">
                  <c:v>分类2</c:v>
                </c:pt>
                <c:pt idx="2">
                  <c:v>分类3</c:v>
                </c:pt>
                <c:pt idx="3">
                  <c:v>分类4</c:v>
                </c:pt>
              </c:strCache>
            </c:strRef>
          </c:cat>
          <c:val>
            <c:numRef>
              <c:f>Sheet1!$B$2:$B$5</c:f>
              <c:numCache>
                <c:formatCode>General</c:formatCode>
                <c:ptCount val="4"/>
                <c:pt idx="0">
                  <c:v>25</c:v>
                </c:pt>
                <c:pt idx="1">
                  <c:v>35</c:v>
                </c:pt>
                <c:pt idx="2">
                  <c:v>20</c:v>
                </c:pt>
                <c:pt idx="3">
                  <c:v>20</c:v>
                </c:pt>
              </c:numCache>
            </c:numRef>
          </c:val>
        </c:ser>
        <c:ser>
          <c:idx val="1"/>
          <c:order val="1"/>
          <c:tx>
            <c:strRef>
              <c:f>Sheet1!$C$1</c:f>
              <c:strCache>
                <c:ptCount val="1"/>
                <c:pt idx="0">
                  <c:v>列3</c:v>
                </c:pt>
              </c:strCache>
            </c:strRef>
          </c:tx>
          <c:spPr/>
          <c:explosion val="0"/>
          <c:dPt>
            <c:idx val="0"/>
            <c:bubble3D val="0"/>
            <c:spPr>
              <a:solidFill>
                <a:schemeClr val="accent1"/>
              </a:solidFill>
              <a:ln>
                <a:noFill/>
              </a:ln>
              <a:effectLst/>
            </c:spPr>
          </c:dPt>
          <c:dPt>
            <c:idx val="1"/>
            <c:bubble3D val="0"/>
            <c:spPr>
              <a:solidFill>
                <a:schemeClr val="accent2"/>
              </a:solidFill>
              <a:ln>
                <a:noFill/>
              </a:ln>
              <a:effectLst/>
            </c:spPr>
          </c:dPt>
          <c:dPt>
            <c:idx val="2"/>
            <c:bubble3D val="0"/>
            <c:spPr>
              <a:solidFill>
                <a:schemeClr val="accent3"/>
              </a:solidFill>
              <a:ln>
                <a:noFill/>
              </a:ln>
              <a:effectLst/>
            </c:spPr>
          </c:dPt>
          <c:dPt>
            <c:idx val="3"/>
            <c:bubble3D val="0"/>
            <c:spPr>
              <a:solidFill>
                <a:schemeClr val="accent4"/>
              </a:solidFill>
              <a:ln>
                <a:noFill/>
              </a:ln>
              <a:effectLst/>
            </c:spPr>
          </c:dPt>
          <c:dLbls>
            <c:delete val="1"/>
          </c:dLbls>
          <c:cat>
            <c:strRef>
              <c:f>Sheet1!$A$2:$A$5</c:f>
              <c:strCache>
                <c:ptCount val="4"/>
                <c:pt idx="0">
                  <c:v>分类1</c:v>
                </c:pt>
                <c:pt idx="1">
                  <c:v>分类2</c:v>
                </c:pt>
                <c:pt idx="2">
                  <c:v>分类3</c:v>
                </c:pt>
                <c:pt idx="3">
                  <c:v>分类4</c:v>
                </c:pt>
              </c:strCache>
            </c:strRef>
          </c:cat>
          <c:val>
            <c:numRef>
              <c:f>Sheet1!$C$2:$C$5</c:f>
              <c:numCache>
                <c:formatCode>General</c:formatCode>
                <c:ptCount val="4"/>
              </c:numCache>
            </c:numRef>
          </c:val>
        </c:ser>
        <c:ser>
          <c:idx val="2"/>
          <c:order val="2"/>
          <c:tx>
            <c:strRef>
              <c:f>Sheet1!$D$1</c:f>
              <c:strCache>
                <c:ptCount val="1"/>
                <c:pt idx="0">
                  <c:v>列2</c:v>
                </c:pt>
              </c:strCache>
            </c:strRef>
          </c:tx>
          <c:spPr/>
          <c:explosion val="0"/>
          <c:dPt>
            <c:idx val="0"/>
            <c:bubble3D val="0"/>
            <c:spPr>
              <a:solidFill>
                <a:schemeClr val="accent1"/>
              </a:solidFill>
              <a:ln>
                <a:noFill/>
              </a:ln>
              <a:effectLst/>
            </c:spPr>
          </c:dPt>
          <c:dPt>
            <c:idx val="1"/>
            <c:bubble3D val="0"/>
            <c:spPr>
              <a:solidFill>
                <a:schemeClr val="accent2"/>
              </a:solidFill>
              <a:ln>
                <a:noFill/>
              </a:ln>
              <a:effectLst/>
            </c:spPr>
          </c:dPt>
          <c:dPt>
            <c:idx val="2"/>
            <c:bubble3D val="0"/>
            <c:spPr>
              <a:solidFill>
                <a:schemeClr val="accent3"/>
              </a:solidFill>
              <a:ln>
                <a:noFill/>
              </a:ln>
              <a:effectLst/>
            </c:spPr>
          </c:dPt>
          <c:dPt>
            <c:idx val="3"/>
            <c:bubble3D val="0"/>
            <c:spPr>
              <a:solidFill>
                <a:schemeClr val="accent4"/>
              </a:solidFill>
              <a:ln>
                <a:noFill/>
              </a:ln>
              <a:effectLst/>
            </c:spPr>
          </c:dPt>
          <c:dLbls>
            <c:delete val="1"/>
          </c:dLbls>
          <c:cat>
            <c:strRef>
              <c:f>Sheet1!$A$2:$A$5</c:f>
              <c:strCache>
                <c:ptCount val="4"/>
                <c:pt idx="0">
                  <c:v>分类1</c:v>
                </c:pt>
                <c:pt idx="1">
                  <c:v>分类2</c:v>
                </c:pt>
                <c:pt idx="2">
                  <c:v>分类3</c:v>
                </c:pt>
                <c:pt idx="3">
                  <c:v>分类4</c:v>
                </c:pt>
              </c:strCache>
            </c:strRef>
          </c:cat>
          <c:val>
            <c:numRef>
              <c:f>Sheet1!$D$2:$D$5</c:f>
              <c:numCache>
                <c:formatCode>General</c:formatCode>
                <c:ptCount val="4"/>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d2c06b6d-3ffe-4a13-a3df-af7d0339a1e2}"/>
      </c:ext>
    </c:extLst>
  </c:chart>
  <c:spPr>
    <a:noFill/>
    <a:ln w="9525" cap="flat" cmpd="sng" algn="ctr">
      <a:no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7" name="Picture 7"/>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7" name="Picture 7"/>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7" name="Picture 7"/>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pic>
        <p:nvPicPr>
          <p:cNvPr id="8" name="Picture 8"/>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pic>
        <p:nvPicPr>
          <p:cNvPr id="10" name="Picture 10"/>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pic>
        <p:nvPicPr>
          <p:cNvPr id="6" name="Picture 6"/>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pic>
        <p:nvPicPr>
          <p:cNvPr id="5" name="Picture 5"/>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pic>
        <p:nvPicPr>
          <p:cNvPr id="8" name="Picture 8"/>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pic>
        <p:nvPicPr>
          <p:cNvPr id="8" name="Picture 8"/>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7" name="Picture 7"/>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7" name="Picture 7"/>
          <p:cNvPicPr>
            <a:picLocks noChangeAspect="1"/>
          </p:cNvPicPr>
          <p:nvPr/>
        </p:nvPicPr>
        <p:blipFill>
          <a:blip r:embed="rId2"/>
          <a:stretch>
            <a:fillRect/>
          </a:stretch>
        </p:blipFill>
        <p:spPr>
          <a:xfrm>
            <a:off x="17087850" y="9791700"/>
            <a:ext cx="1009650" cy="3048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pic>
        <p:nvPicPr>
          <p:cNvPr id="7" name="Picture 7"/>
          <p:cNvPicPr>
            <a:picLocks noChangeAspect="1"/>
          </p:cNvPicPr>
          <p:nvPr/>
        </p:nvPicPr>
        <p:blipFill>
          <a:blip r:embed="rId12"/>
          <a:stretch>
            <a:fillRect/>
          </a:stretch>
        </p:blipFill>
        <p:spPr>
          <a:xfrm>
            <a:off x="17087850" y="9791700"/>
            <a:ext cx="1009650" cy="304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1.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9.png"/><Relationship Id="rId2" Type="http://schemas.openxmlformats.org/officeDocument/2006/relationships/image" Target="../media/image8.png"/><Relationship Id="rId15" Type="http://schemas.openxmlformats.org/officeDocument/2006/relationships/slideLayout" Target="../slideLayouts/slideLayout7.xml"/><Relationship Id="rId14" Type="http://schemas.openxmlformats.org/officeDocument/2006/relationships/image" Target="../media/image24.png"/><Relationship Id="rId13" Type="http://schemas.openxmlformats.org/officeDocument/2006/relationships/image" Target="../media/image23.png"/><Relationship Id="rId12" Type="http://schemas.openxmlformats.org/officeDocument/2006/relationships/image" Target="../media/image22.png"/><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5.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6.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9.png"/><Relationship Id="rId2" Type="http://schemas.openxmlformats.org/officeDocument/2006/relationships/image" Target="../media/image30.pn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8.png"/><Relationship Id="rId3" Type="http://schemas.openxmlformats.org/officeDocument/2006/relationships/image" Target="../media/image9.png"/><Relationship Id="rId2" Type="http://schemas.openxmlformats.org/officeDocument/2006/relationships/image" Target="../media/image25.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8.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2.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38.png"/><Relationship Id="rId1"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90000"/>
          </a:blip>
          <a:stretch>
            <a:fillRect/>
          </a:stretch>
        </p:blipFill>
        <p:spPr>
          <a:xfrm>
            <a:off x="3860800" y="-584200"/>
            <a:ext cx="10718800" cy="10718800"/>
          </a:xfrm>
          <a:prstGeom prst="rect">
            <a:avLst/>
          </a:prstGeom>
        </p:spPr>
      </p:pic>
      <p:pic>
        <p:nvPicPr>
          <p:cNvPr id="3" name="Picture 3"/>
          <p:cNvPicPr>
            <a:picLocks noChangeAspect="1"/>
          </p:cNvPicPr>
          <p:nvPr/>
        </p:nvPicPr>
        <p:blipFill>
          <a:blip r:embed="rId2"/>
          <a:stretch>
            <a:fillRect/>
          </a:stretch>
        </p:blipFill>
        <p:spPr>
          <a:xfrm>
            <a:off x="800100" y="-1524000"/>
            <a:ext cx="9702800" cy="9702800"/>
          </a:xfrm>
          <a:prstGeom prst="rect">
            <a:avLst/>
          </a:prstGeom>
        </p:spPr>
      </p:pic>
      <p:grpSp>
        <p:nvGrpSpPr>
          <p:cNvPr id="4" name="Group 4"/>
          <p:cNvGrpSpPr/>
          <p:nvPr/>
        </p:nvGrpSpPr>
        <p:grpSpPr>
          <a:xfrm>
            <a:off x="2147483647" y="25209500"/>
            <a:ext cx="2147011200" cy="2147011200"/>
            <a:chOff x="0" y="0"/>
            <a:chExt cx="0" cy="0"/>
          </a:xfrm>
        </p:grpSpPr>
      </p:grpSp>
      <p:pic>
        <p:nvPicPr>
          <p:cNvPr id="5" name="Picture 5"/>
          <p:cNvPicPr>
            <a:picLocks noChangeAspect="1"/>
          </p:cNvPicPr>
          <p:nvPr/>
        </p:nvPicPr>
        <p:blipFill>
          <a:blip r:embed="rId3"/>
          <a:stretch>
            <a:fillRect/>
          </a:stretch>
        </p:blipFill>
        <p:spPr>
          <a:xfrm rot="-1860000">
            <a:off x="3276600" y="2590800"/>
            <a:ext cx="11036300" cy="3619500"/>
          </a:xfrm>
          <a:prstGeom prst="rect">
            <a:avLst/>
          </a:prstGeom>
        </p:spPr>
      </p:pic>
      <p:pic>
        <p:nvPicPr>
          <p:cNvPr id="6" name="Picture 6"/>
          <p:cNvPicPr>
            <a:picLocks noChangeAspect="1"/>
          </p:cNvPicPr>
          <p:nvPr/>
        </p:nvPicPr>
        <p:blipFill>
          <a:blip r:embed="rId4"/>
          <a:stretch>
            <a:fillRect/>
          </a:stretch>
        </p:blipFill>
        <p:spPr>
          <a:xfrm rot="-1500000">
            <a:off x="3289300" y="2603500"/>
            <a:ext cx="11036300" cy="3619500"/>
          </a:xfrm>
          <a:prstGeom prst="rect">
            <a:avLst/>
          </a:prstGeom>
        </p:spPr>
      </p:pic>
      <p:sp>
        <p:nvSpPr>
          <p:cNvPr id="7" name="TextBox 7"/>
          <p:cNvSpPr txBox="1"/>
          <p:nvPr/>
        </p:nvSpPr>
        <p:spPr>
          <a:xfrm>
            <a:off x="4025900" y="4406900"/>
            <a:ext cx="10375900" cy="2552700"/>
          </a:xfrm>
          <a:prstGeom prst="rect">
            <a:avLst/>
          </a:prstGeom>
        </p:spPr>
        <p:txBody>
          <a:bodyPr lIns="0" tIns="0" rIns="0" bIns="0" rtlCol="0" anchor="t"/>
          <a:lstStyle/>
          <a:p>
            <a:pPr lvl="0" algn="ctr">
              <a:lnSpc>
                <a:spcPct val="100000"/>
              </a:lnSpc>
            </a:pPr>
            <a:r>
              <a:rPr lang="en-US" sz="14400" b="0" i="0" u="none" strike="noStrike" dirty="0">
                <a:solidFill>
                  <a:srgbClr val="000000"/>
                </a:solidFill>
                <a:latin typeface="Anek Tamil Expanded Regular"/>
              </a:rPr>
              <a:t>Design</a:t>
            </a:r>
            <a:endParaRPr lang="en-US" sz="14400" b="0" i="0" u="none" strike="noStrike" dirty="0">
              <a:solidFill>
                <a:srgbClr val="000000"/>
              </a:solidFill>
              <a:latin typeface="Anek Tamil Expanded Regular"/>
            </a:endParaRPr>
          </a:p>
        </p:txBody>
      </p:sp>
      <p:sp>
        <p:nvSpPr>
          <p:cNvPr id="8" name="TextBox 8"/>
          <p:cNvSpPr txBox="1"/>
          <p:nvPr/>
        </p:nvSpPr>
        <p:spPr>
          <a:xfrm>
            <a:off x="5308600" y="2298700"/>
            <a:ext cx="7810500" cy="1282700"/>
          </a:xfrm>
          <a:prstGeom prst="rect">
            <a:avLst/>
          </a:prstGeom>
        </p:spPr>
        <p:txBody>
          <a:bodyPr lIns="0" tIns="0" rIns="0" bIns="0" rtlCol="0" anchor="t"/>
          <a:lstStyle/>
          <a:p>
            <a:pPr lvl="0" algn="ctr">
              <a:lnSpc>
                <a:spcPct val="100000"/>
              </a:lnSpc>
            </a:pPr>
            <a:r>
              <a:rPr lang="en-US" sz="7200" b="0" i="0" u="none" strike="noStrike">
                <a:solidFill>
                  <a:srgbClr val="000000"/>
                </a:solidFill>
                <a:latin typeface="Anek Tamil Expanded Light"/>
              </a:rPr>
              <a:t>Standout</a:t>
            </a:r>
            <a:endParaRPr lang="en-US" sz="7200" b="0" i="0" u="none" strike="noStrike">
              <a:solidFill>
                <a:srgbClr val="000000"/>
              </a:solidFill>
              <a:latin typeface="Anek Tamil Expanded Light"/>
            </a:endParaRPr>
          </a:p>
        </p:txBody>
      </p:sp>
      <p:sp>
        <p:nvSpPr>
          <p:cNvPr id="9" name="TextBox 9"/>
          <p:cNvSpPr txBox="1"/>
          <p:nvPr/>
        </p:nvSpPr>
        <p:spPr>
          <a:xfrm>
            <a:off x="5562600" y="6502400"/>
            <a:ext cx="7315200" cy="1282700"/>
          </a:xfrm>
          <a:prstGeom prst="rect">
            <a:avLst/>
          </a:prstGeom>
        </p:spPr>
        <p:txBody>
          <a:bodyPr lIns="0" tIns="0" rIns="0" bIns="0" rtlCol="0" anchor="t"/>
          <a:lstStyle/>
          <a:p>
            <a:pPr lvl="0" algn="ctr">
              <a:lnSpc>
                <a:spcPct val="100000"/>
              </a:lnSpc>
            </a:pPr>
            <a:r>
              <a:rPr lang="en-US" sz="7200" b="0" i="0" u="none" strike="noStrike">
                <a:solidFill>
                  <a:srgbClr val="000000"/>
                </a:solidFill>
                <a:latin typeface="Anek Tamil Expanded Light"/>
              </a:rPr>
              <a:t>Portfolio</a:t>
            </a:r>
            <a:endParaRPr lang="en-US" sz="7200" b="0" i="0" u="none" strike="noStrike">
              <a:solidFill>
                <a:srgbClr val="000000"/>
              </a:solidFill>
              <a:latin typeface="Anek Tamil Expanded Light"/>
            </a:endParaRPr>
          </a:p>
        </p:txBody>
      </p:sp>
      <p:sp>
        <p:nvSpPr>
          <p:cNvPr id="10" name="TextBox 10"/>
          <p:cNvSpPr txBox="1"/>
          <p:nvPr/>
        </p:nvSpPr>
        <p:spPr>
          <a:xfrm>
            <a:off x="3390900" y="2895600"/>
            <a:ext cx="11633200" cy="2552700"/>
          </a:xfrm>
          <a:prstGeom prst="rect">
            <a:avLst/>
          </a:prstGeom>
        </p:spPr>
        <p:txBody>
          <a:bodyPr lIns="0" tIns="0" rIns="0" bIns="0" rtlCol="0" anchor="t"/>
          <a:lstStyle/>
          <a:p>
            <a:pPr lvl="0" algn="ctr">
              <a:lnSpc>
                <a:spcPct val="100000"/>
              </a:lnSpc>
            </a:pPr>
            <a:r>
              <a:rPr lang="en-US" sz="14400" b="0" i="0" u="none" strike="noStrike">
                <a:solidFill>
                  <a:srgbClr val="000000"/>
                </a:solidFill>
                <a:latin typeface="Anek Tamil Expanded Regular"/>
              </a:rPr>
              <a:t>Graphic</a:t>
            </a:r>
            <a:endParaRPr lang="en-US" sz="14400" b="0" i="0" u="none" strike="noStrike">
              <a:solidFill>
                <a:srgbClr val="000000"/>
              </a:solidFill>
              <a:latin typeface="Anek Tamil Expanded Regular"/>
            </a:endParaRPr>
          </a:p>
        </p:txBody>
      </p:sp>
      <p:sp>
        <p:nvSpPr>
          <p:cNvPr id="11" name="TextBox 11"/>
          <p:cNvSpPr txBox="1"/>
          <p:nvPr/>
        </p:nvSpPr>
        <p:spPr>
          <a:xfrm rot="-5400000">
            <a:off x="-508000" y="3124200"/>
            <a:ext cx="43053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SemiBold"/>
              </a:rPr>
              <a:t>Design Studio </a:t>
            </a:r>
            <a:r>
              <a:rPr lang="en-US" sz="2000" b="0" i="0" u="none" strike="noStrike">
                <a:solidFill>
                  <a:srgbClr val="000000"/>
                </a:solidFill>
                <a:latin typeface="Montserrat Regular"/>
              </a:rPr>
              <a:t>// GRPHC DSGN</a:t>
            </a:r>
            <a:endParaRPr lang="en-US" sz="2000" b="0" i="0" u="none" strike="noStrike">
              <a:solidFill>
                <a:srgbClr val="000000"/>
              </a:solidFill>
              <a:latin typeface="Montserrat Regular"/>
            </a:endParaRPr>
          </a:p>
        </p:txBody>
      </p:sp>
      <p:sp>
        <p:nvSpPr>
          <p:cNvPr id="12" name="TextBox 12"/>
          <p:cNvSpPr txBox="1"/>
          <p:nvPr/>
        </p:nvSpPr>
        <p:spPr>
          <a:xfrm>
            <a:off x="1447800" y="8724900"/>
            <a:ext cx="2019300" cy="6604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Regular"/>
              </a:rPr>
              <a:t>Presented by</a:t>
            </a:r>
            <a:r>
              <a:rPr lang="en-US" sz="2000" b="0" i="0" u="none" strike="noStrike">
                <a:solidFill>
                  <a:srgbClr val="000000"/>
                </a:solidFill>
                <a:latin typeface="Montserrat SemiBold"/>
              </a:rPr>
              <a:t> </a:t>
            </a:r>
            <a:endParaRPr lang="en-US" sz="2000" b="0" i="0" u="none" strike="noStrike">
              <a:solidFill>
                <a:srgbClr val="000000"/>
              </a:solidFill>
              <a:latin typeface="Montserrat SemiBold"/>
            </a:endParaRPr>
          </a:p>
          <a:p>
            <a:pPr lvl="0" algn="l">
              <a:lnSpc>
                <a:spcPct val="100000"/>
              </a:lnSpc>
            </a:pPr>
            <a:r>
              <a:rPr lang="en-US" sz="2000" b="0" i="0" u="none" strike="noStrike">
                <a:solidFill>
                  <a:srgbClr val="000000"/>
                </a:solidFill>
                <a:latin typeface="Montserrat SemiBold"/>
              </a:rPr>
              <a:t>Your Name</a:t>
            </a:r>
            <a:endParaRPr lang="en-US" sz="2000" b="0" i="0" u="none" strike="noStrike">
              <a:solidFill>
                <a:srgbClr val="000000"/>
              </a:solidFill>
              <a:latin typeface="Montserrat SemiBold"/>
            </a:endParaRPr>
          </a:p>
        </p:txBody>
      </p:sp>
      <p:sp>
        <p:nvSpPr>
          <p:cNvPr id="13" name="TextBox 13"/>
          <p:cNvSpPr txBox="1"/>
          <p:nvPr/>
        </p:nvSpPr>
        <p:spPr>
          <a:xfrm>
            <a:off x="13881100" y="8229600"/>
            <a:ext cx="3136900" cy="1155700"/>
          </a:xfrm>
          <a:prstGeom prst="rect">
            <a:avLst/>
          </a:prstGeom>
        </p:spPr>
        <p:txBody>
          <a:bodyPr lIns="0" tIns="0" rIns="0" bIns="0" rtlCol="0" anchor="t"/>
          <a:lstStyle/>
          <a:p>
            <a:pPr lvl="0" algn="r">
              <a:lnSpc>
                <a:spcPct val="100000"/>
              </a:lnSpc>
            </a:pPr>
            <a:r>
              <a:rPr lang="en-US" sz="2400" b="0" i="0" u="none" strike="noStrike">
                <a:solidFill>
                  <a:srgbClr val="000000"/>
                </a:solidFill>
                <a:latin typeface="Montserrat SemiBold"/>
              </a:rPr>
              <a:t>Showcasing Your Creative Skills &amp; Design Expertise</a:t>
            </a:r>
            <a:endParaRPr lang="en-US" sz="2400" b="0" i="0" u="none" strike="noStrike">
              <a:solidFill>
                <a:srgbClr val="000000"/>
              </a:solidFill>
              <a:latin typeface="Montserrat SemiBold"/>
            </a:endParaRPr>
          </a:p>
        </p:txBody>
      </p:sp>
      <p:sp>
        <p:nvSpPr>
          <p:cNvPr id="14" name="TextBox 14"/>
          <p:cNvSpPr txBox="1"/>
          <p:nvPr/>
        </p:nvSpPr>
        <p:spPr>
          <a:xfrm>
            <a:off x="7962900" y="8991600"/>
            <a:ext cx="2349500" cy="393700"/>
          </a:xfrm>
          <a:prstGeom prst="rect">
            <a:avLst/>
          </a:prstGeom>
        </p:spPr>
        <p:txBody>
          <a:bodyPr lIns="0" tIns="0" rIns="0" bIns="0" rtlCol="0" anchor="t"/>
          <a:lstStyle/>
          <a:p>
            <a:pPr lvl="0" algn="ctr">
              <a:lnSpc>
                <a:spcPct val="100000"/>
              </a:lnSpc>
            </a:pPr>
            <a:r>
              <a:rPr lang="en-US" sz="2200" b="0" i="0" u="none" strike="noStrike">
                <a:solidFill>
                  <a:srgbClr val="000000"/>
                </a:solidFill>
                <a:latin typeface="Anek Tamil Expanded SemiBold"/>
              </a:rPr>
              <a:t>2025 Article</a:t>
            </a:r>
            <a:endParaRPr lang="en-US" sz="2200" b="0" i="0" u="none" strike="noStrike">
              <a:solidFill>
                <a:srgbClr val="000000"/>
              </a:solidFill>
              <a:latin typeface="Anek Tamil Expanded SemiBold"/>
            </a:endParaRPr>
          </a:p>
        </p:txBody>
      </p:sp>
      <p:sp>
        <p:nvSpPr>
          <p:cNvPr id="15" name="TextBox 15"/>
          <p:cNvSpPr txBox="1"/>
          <p:nvPr/>
        </p:nvSpPr>
        <p:spPr>
          <a:xfrm rot="-5400000">
            <a:off x="15354300" y="3733800"/>
            <a:ext cx="2882900" cy="457200"/>
          </a:xfrm>
          <a:prstGeom prst="rect">
            <a:avLst/>
          </a:prstGeom>
        </p:spPr>
        <p:txBody>
          <a:bodyPr lIns="0" tIns="0" rIns="0" bIns="0" rtlCol="0" anchor="b"/>
          <a:lstStyle/>
          <a:p>
            <a:pPr lvl="0" algn="l">
              <a:lnSpc>
                <a:spcPct val="83000"/>
              </a:lnSpc>
            </a:pPr>
            <a:r>
              <a:rPr lang="en-US" sz="1500" b="0" i="0" u="none" strike="noStrike">
                <a:solidFill>
                  <a:srgbClr val="000000"/>
                </a:solidFill>
                <a:latin typeface="Montserrat Regular"/>
              </a:rPr>
              <a:t>Nullam nec turpis et arcu egestas commodo elit.</a:t>
            </a:r>
            <a:endParaRPr lang="en-US" sz="1500" b="0" i="0" u="none" strike="noStrike">
              <a:solidFill>
                <a:srgbClr val="000000"/>
              </a:solidFill>
              <a:latin typeface="Montserrat Regul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2"/>
          <p:cNvGrpSpPr/>
          <p:nvPr/>
        </p:nvGrpSpPr>
        <p:grpSpPr>
          <a:xfrm>
            <a:off x="0" y="-508000000"/>
            <a:ext cx="2147011200" cy="2147011200"/>
            <a:chOff x="0" y="0"/>
            <a:chExt cx="0" cy="0"/>
          </a:xfrm>
        </p:grpSpPr>
      </p:grpSp>
      <p:pic>
        <p:nvPicPr>
          <p:cNvPr id="3" name="Picture 3"/>
          <p:cNvPicPr>
            <a:picLocks noChangeAspect="1"/>
          </p:cNvPicPr>
          <p:nvPr/>
        </p:nvPicPr>
        <p:blipFill>
          <a:blip r:embed="rId1">
            <a:alphaModFix amt="70000"/>
          </a:blip>
          <a:stretch>
            <a:fillRect/>
          </a:stretch>
        </p:blipFill>
        <p:spPr>
          <a:xfrm>
            <a:off x="6794500" y="1676400"/>
            <a:ext cx="11531600" cy="8648700"/>
          </a:xfrm>
          <a:prstGeom prst="rect">
            <a:avLst/>
          </a:prstGeom>
        </p:spPr>
      </p:pic>
      <p:pic>
        <p:nvPicPr>
          <p:cNvPr id="4" name="Picture 4"/>
          <p:cNvPicPr>
            <a:picLocks noChangeAspect="1"/>
          </p:cNvPicPr>
          <p:nvPr/>
        </p:nvPicPr>
        <p:blipFill>
          <a:blip r:embed="rId2">
            <a:alphaModFix amt="70000"/>
          </a:blip>
          <a:stretch>
            <a:fillRect/>
          </a:stretch>
        </p:blipFill>
        <p:spPr>
          <a:xfrm>
            <a:off x="0" y="-38100"/>
            <a:ext cx="11531600" cy="8648700"/>
          </a:xfrm>
          <a:prstGeom prst="rect">
            <a:avLst/>
          </a:prstGeom>
        </p:spPr>
      </p:pic>
      <p:pic>
        <p:nvPicPr>
          <p:cNvPr id="5" name="Picture 5"/>
          <p:cNvPicPr>
            <a:picLocks noChangeAspect="1"/>
          </p:cNvPicPr>
          <p:nvPr/>
        </p:nvPicPr>
        <p:blipFill>
          <a:blip r:embed="rId3"/>
          <a:stretch>
            <a:fillRect/>
          </a:stretch>
        </p:blipFill>
        <p:spPr>
          <a:xfrm>
            <a:off x="508000" y="482600"/>
            <a:ext cx="17259300" cy="25400"/>
          </a:xfrm>
          <a:prstGeom prst="rect">
            <a:avLst/>
          </a:prstGeom>
        </p:spPr>
      </p:pic>
      <p:pic>
        <p:nvPicPr>
          <p:cNvPr id="6" name="Picture 6"/>
          <p:cNvPicPr>
            <a:picLocks noChangeAspect="1"/>
          </p:cNvPicPr>
          <p:nvPr/>
        </p:nvPicPr>
        <p:blipFill>
          <a:blip r:embed="rId3"/>
          <a:stretch>
            <a:fillRect/>
          </a:stretch>
        </p:blipFill>
        <p:spPr>
          <a:xfrm>
            <a:off x="508000" y="927100"/>
            <a:ext cx="17259300" cy="25400"/>
          </a:xfrm>
          <a:prstGeom prst="rect">
            <a:avLst/>
          </a:prstGeom>
        </p:spPr>
      </p:pic>
      <p:pic>
        <p:nvPicPr>
          <p:cNvPr id="7" name="Picture 7"/>
          <p:cNvPicPr>
            <a:picLocks noChangeAspect="1"/>
          </p:cNvPicPr>
          <p:nvPr/>
        </p:nvPicPr>
        <p:blipFill>
          <a:blip r:embed="rId4"/>
          <a:stretch>
            <a:fillRect/>
          </a:stretch>
        </p:blipFill>
        <p:spPr>
          <a:xfrm rot="5400000">
            <a:off x="2654300" y="698500"/>
            <a:ext cx="431800" cy="25400"/>
          </a:xfrm>
          <a:prstGeom prst="rect">
            <a:avLst/>
          </a:prstGeom>
        </p:spPr>
      </p:pic>
      <p:pic>
        <p:nvPicPr>
          <p:cNvPr id="8" name="Picture 8"/>
          <p:cNvPicPr>
            <a:picLocks noChangeAspect="1"/>
          </p:cNvPicPr>
          <p:nvPr/>
        </p:nvPicPr>
        <p:blipFill>
          <a:blip r:embed="rId4"/>
          <a:stretch>
            <a:fillRect/>
          </a:stretch>
        </p:blipFill>
        <p:spPr>
          <a:xfrm rot="5400000">
            <a:off x="8242300" y="698500"/>
            <a:ext cx="431800" cy="25400"/>
          </a:xfrm>
          <a:prstGeom prst="rect">
            <a:avLst/>
          </a:prstGeom>
        </p:spPr>
      </p:pic>
      <p:pic>
        <p:nvPicPr>
          <p:cNvPr id="9" name="Picture 9"/>
          <p:cNvPicPr>
            <a:picLocks noChangeAspect="1"/>
          </p:cNvPicPr>
          <p:nvPr/>
        </p:nvPicPr>
        <p:blipFill>
          <a:blip r:embed="rId4"/>
          <a:stretch>
            <a:fillRect/>
          </a:stretch>
        </p:blipFill>
        <p:spPr>
          <a:xfrm rot="5400000">
            <a:off x="16319500" y="698500"/>
            <a:ext cx="431800" cy="25400"/>
          </a:xfrm>
          <a:prstGeom prst="rect">
            <a:avLst/>
          </a:prstGeom>
        </p:spPr>
      </p:pic>
      <p:sp>
        <p:nvSpPr>
          <p:cNvPr id="10" name="TextBox 10"/>
          <p:cNvSpPr txBox="1"/>
          <p:nvPr/>
        </p:nvSpPr>
        <p:spPr>
          <a:xfrm>
            <a:off x="5778500" y="2476500"/>
            <a:ext cx="6718300" cy="1600200"/>
          </a:xfrm>
          <a:prstGeom prst="rect">
            <a:avLst/>
          </a:prstGeom>
        </p:spPr>
        <p:txBody>
          <a:bodyPr lIns="0" tIns="0" rIns="0" bIns="0" rtlCol="0" anchor="t"/>
          <a:lstStyle/>
          <a:p>
            <a:pPr lvl="0" algn="ctr">
              <a:lnSpc>
                <a:spcPct val="100000"/>
              </a:lnSpc>
            </a:pPr>
            <a:r>
              <a:rPr lang="en-US" sz="9000" b="0" i="0" u="none" strike="noStrike">
                <a:solidFill>
                  <a:srgbClr val="000000"/>
                </a:solidFill>
                <a:latin typeface="Anek Tamil Expanded Regular"/>
              </a:rPr>
              <a:t>Agenda</a:t>
            </a:r>
            <a:endParaRPr lang="en-US" sz="9000" b="0" i="0" u="none" strike="noStrike">
              <a:solidFill>
                <a:srgbClr val="000000"/>
              </a:solidFill>
              <a:latin typeface="Anek Tamil Expanded Regular"/>
            </a:endParaRPr>
          </a:p>
        </p:txBody>
      </p:sp>
      <p:sp>
        <p:nvSpPr>
          <p:cNvPr id="11" name="TextBox 11"/>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2" name="TextBox 12"/>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3" name="TextBox 13"/>
          <p:cNvSpPr txBox="1"/>
          <p:nvPr/>
        </p:nvSpPr>
        <p:spPr>
          <a:xfrm>
            <a:off x="16560800" y="596900"/>
            <a:ext cx="1206500" cy="292100"/>
          </a:xfrm>
          <a:prstGeom prst="rect">
            <a:avLst/>
          </a:prstGeom>
        </p:spPr>
        <p:txBody>
          <a:bodyPr lIns="0" tIns="0" rIns="0" bIns="0" rtlCol="0" anchor="t"/>
          <a:lstStyle/>
          <a:p>
            <a:pPr lvl="0" algn="r">
              <a:lnSpc>
                <a:spcPct val="100000"/>
              </a:lnSpc>
            </a:pPr>
            <a:r>
              <a:rPr lang="en-US" sz="1600" b="0" i="0" u="none" strike="noStrike">
                <a:solidFill>
                  <a:srgbClr val="000000"/>
                </a:solidFill>
                <a:latin typeface="Anek Tamil Expanded SemiBold"/>
              </a:rPr>
              <a:t>02</a:t>
            </a:r>
            <a:endParaRPr lang="en-US" sz="1600" b="0" i="0" u="none" strike="noStrike">
              <a:solidFill>
                <a:srgbClr val="000000"/>
              </a:solidFill>
              <a:latin typeface="Anek Tamil Expanded SemiBold"/>
            </a:endParaRPr>
          </a:p>
        </p:txBody>
      </p:sp>
      <p:sp>
        <p:nvSpPr>
          <p:cNvPr id="14" name="TextBox 14"/>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Agenda</a:t>
            </a:r>
            <a:endParaRPr lang="en-US" sz="1500" b="0" i="0" u="none" strike="noStrike">
              <a:solidFill>
                <a:srgbClr val="000000"/>
              </a:solidFill>
              <a:latin typeface="Anek Tamil Expanded Regular"/>
            </a:endParaRPr>
          </a:p>
        </p:txBody>
      </p:sp>
      <p:sp>
        <p:nvSpPr>
          <p:cNvPr id="15" name="TextBox 15"/>
          <p:cNvSpPr txBox="1"/>
          <p:nvPr/>
        </p:nvSpPr>
        <p:spPr>
          <a:xfrm>
            <a:off x="3213100" y="6070600"/>
            <a:ext cx="36195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Regular"/>
              </a:rPr>
              <a:t>Introduction</a:t>
            </a:r>
            <a:endParaRPr lang="en-US" sz="2000" b="0" i="0" u="none" strike="noStrike">
              <a:solidFill>
                <a:srgbClr val="000000"/>
              </a:solidFill>
              <a:latin typeface="Montserrat Regular"/>
            </a:endParaRPr>
          </a:p>
        </p:txBody>
      </p:sp>
      <p:sp>
        <p:nvSpPr>
          <p:cNvPr id="16" name="TextBox 16"/>
          <p:cNvSpPr txBox="1"/>
          <p:nvPr/>
        </p:nvSpPr>
        <p:spPr>
          <a:xfrm>
            <a:off x="2463800" y="6045200"/>
            <a:ext cx="660400" cy="406400"/>
          </a:xfrm>
          <a:prstGeom prst="rect">
            <a:avLst/>
          </a:prstGeom>
        </p:spPr>
        <p:txBody>
          <a:bodyPr lIns="0" tIns="0" rIns="0" bIns="0" rtlCol="0" anchor="t"/>
          <a:lstStyle/>
          <a:p>
            <a:pPr lvl="0" algn="l">
              <a:lnSpc>
                <a:spcPct val="100000"/>
              </a:lnSpc>
            </a:pPr>
            <a:r>
              <a:rPr lang="en-US" sz="2300" b="0" i="0" u="none" strike="noStrike">
                <a:solidFill>
                  <a:srgbClr val="000000"/>
                </a:solidFill>
                <a:latin typeface="Anek Tamil Expanded SemiBold"/>
              </a:rPr>
              <a:t>01</a:t>
            </a:r>
            <a:endParaRPr lang="en-US" sz="2300" b="0" i="0" u="none" strike="noStrike">
              <a:solidFill>
                <a:srgbClr val="000000"/>
              </a:solidFill>
              <a:latin typeface="Anek Tamil Expanded SemiBold"/>
            </a:endParaRPr>
          </a:p>
        </p:txBody>
      </p:sp>
      <p:sp>
        <p:nvSpPr>
          <p:cNvPr id="17" name="TextBox 17"/>
          <p:cNvSpPr txBox="1"/>
          <p:nvPr/>
        </p:nvSpPr>
        <p:spPr>
          <a:xfrm>
            <a:off x="7620000" y="6070600"/>
            <a:ext cx="36195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Regular"/>
              </a:rPr>
              <a:t>Design Philosophy</a:t>
            </a:r>
            <a:endParaRPr lang="en-US" sz="2000" b="0" i="0" u="none" strike="noStrike">
              <a:solidFill>
                <a:srgbClr val="000000"/>
              </a:solidFill>
              <a:latin typeface="Montserrat Regular"/>
            </a:endParaRPr>
          </a:p>
        </p:txBody>
      </p:sp>
      <p:sp>
        <p:nvSpPr>
          <p:cNvPr id="18" name="TextBox 18"/>
          <p:cNvSpPr txBox="1"/>
          <p:nvPr/>
        </p:nvSpPr>
        <p:spPr>
          <a:xfrm>
            <a:off x="6870700" y="6045200"/>
            <a:ext cx="660400" cy="406400"/>
          </a:xfrm>
          <a:prstGeom prst="rect">
            <a:avLst/>
          </a:prstGeom>
        </p:spPr>
        <p:txBody>
          <a:bodyPr lIns="0" tIns="0" rIns="0" bIns="0" rtlCol="0" anchor="t"/>
          <a:lstStyle/>
          <a:p>
            <a:pPr lvl="0" algn="l">
              <a:lnSpc>
                <a:spcPct val="100000"/>
              </a:lnSpc>
            </a:pPr>
            <a:r>
              <a:rPr lang="en-US" sz="2300" b="0" i="0" u="none" strike="noStrike">
                <a:solidFill>
                  <a:srgbClr val="000000"/>
                </a:solidFill>
                <a:latin typeface="Anek Tamil Expanded SemiBold"/>
              </a:rPr>
              <a:t>02</a:t>
            </a:r>
            <a:endParaRPr lang="en-US" sz="2300" b="0" i="0" u="none" strike="noStrike">
              <a:solidFill>
                <a:srgbClr val="000000"/>
              </a:solidFill>
              <a:latin typeface="Anek Tamil Expanded SemiBold"/>
            </a:endParaRPr>
          </a:p>
        </p:txBody>
      </p:sp>
      <p:sp>
        <p:nvSpPr>
          <p:cNvPr id="19" name="TextBox 19"/>
          <p:cNvSpPr txBox="1"/>
          <p:nvPr/>
        </p:nvSpPr>
        <p:spPr>
          <a:xfrm>
            <a:off x="12992100" y="6070600"/>
            <a:ext cx="36195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Regular"/>
              </a:rPr>
              <a:t>Signature Projects</a:t>
            </a:r>
            <a:endParaRPr lang="en-US" sz="2000" b="0" i="0" u="none" strike="noStrike">
              <a:solidFill>
                <a:srgbClr val="000000"/>
              </a:solidFill>
              <a:latin typeface="Montserrat Regular"/>
            </a:endParaRPr>
          </a:p>
        </p:txBody>
      </p:sp>
      <p:sp>
        <p:nvSpPr>
          <p:cNvPr id="20" name="TextBox 20"/>
          <p:cNvSpPr txBox="1"/>
          <p:nvPr/>
        </p:nvSpPr>
        <p:spPr>
          <a:xfrm>
            <a:off x="12242800" y="6045200"/>
            <a:ext cx="660400" cy="406400"/>
          </a:xfrm>
          <a:prstGeom prst="rect">
            <a:avLst/>
          </a:prstGeom>
        </p:spPr>
        <p:txBody>
          <a:bodyPr lIns="0" tIns="0" rIns="0" bIns="0" rtlCol="0" anchor="t"/>
          <a:lstStyle/>
          <a:p>
            <a:pPr lvl="0" algn="l">
              <a:lnSpc>
                <a:spcPct val="100000"/>
              </a:lnSpc>
            </a:pPr>
            <a:r>
              <a:rPr lang="en-US" sz="2300" b="0" i="0" u="none" strike="noStrike">
                <a:solidFill>
                  <a:srgbClr val="000000"/>
                </a:solidFill>
                <a:latin typeface="Anek Tamil Expanded SemiBold"/>
              </a:rPr>
              <a:t>03</a:t>
            </a:r>
            <a:endParaRPr lang="en-US" sz="2300" b="0" i="0" u="none" strike="noStrike">
              <a:solidFill>
                <a:srgbClr val="000000"/>
              </a:solidFill>
              <a:latin typeface="Anek Tamil Expanded SemiBold"/>
            </a:endParaRPr>
          </a:p>
        </p:txBody>
      </p:sp>
      <p:sp>
        <p:nvSpPr>
          <p:cNvPr id="21" name="TextBox 21"/>
          <p:cNvSpPr txBox="1"/>
          <p:nvPr/>
        </p:nvSpPr>
        <p:spPr>
          <a:xfrm>
            <a:off x="3213100" y="6743700"/>
            <a:ext cx="36195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Regular"/>
              </a:rPr>
              <a:t>Tools, Techniques</a:t>
            </a:r>
            <a:endParaRPr lang="en-US" sz="2000" b="0" i="0" u="none" strike="noStrike">
              <a:solidFill>
                <a:srgbClr val="000000"/>
              </a:solidFill>
              <a:latin typeface="Montserrat Regular"/>
            </a:endParaRPr>
          </a:p>
        </p:txBody>
      </p:sp>
      <p:sp>
        <p:nvSpPr>
          <p:cNvPr id="22" name="TextBox 22"/>
          <p:cNvSpPr txBox="1"/>
          <p:nvPr/>
        </p:nvSpPr>
        <p:spPr>
          <a:xfrm>
            <a:off x="2463800" y="6731000"/>
            <a:ext cx="660400" cy="406400"/>
          </a:xfrm>
          <a:prstGeom prst="rect">
            <a:avLst/>
          </a:prstGeom>
        </p:spPr>
        <p:txBody>
          <a:bodyPr lIns="0" tIns="0" rIns="0" bIns="0" rtlCol="0" anchor="t"/>
          <a:lstStyle/>
          <a:p>
            <a:pPr lvl="0" algn="l">
              <a:lnSpc>
                <a:spcPct val="100000"/>
              </a:lnSpc>
            </a:pPr>
            <a:r>
              <a:rPr lang="en-US" sz="2300" b="0" i="0" u="none" strike="noStrike">
                <a:solidFill>
                  <a:srgbClr val="000000"/>
                </a:solidFill>
                <a:latin typeface="Anek Tamil Expanded SemiBold"/>
              </a:rPr>
              <a:t>04</a:t>
            </a:r>
            <a:endParaRPr lang="en-US" sz="2300" b="0" i="0" u="none" strike="noStrike">
              <a:solidFill>
                <a:srgbClr val="000000"/>
              </a:solidFill>
              <a:latin typeface="Anek Tamil Expanded SemiBold"/>
            </a:endParaRPr>
          </a:p>
        </p:txBody>
      </p:sp>
      <p:sp>
        <p:nvSpPr>
          <p:cNvPr id="23" name="TextBox 23"/>
          <p:cNvSpPr txBox="1"/>
          <p:nvPr/>
        </p:nvSpPr>
        <p:spPr>
          <a:xfrm>
            <a:off x="7620000" y="6756400"/>
            <a:ext cx="36195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Regular"/>
              </a:rPr>
              <a:t>Collaborations Client Work</a:t>
            </a:r>
            <a:endParaRPr lang="en-US" sz="2000" b="0" i="0" u="none" strike="noStrike">
              <a:solidFill>
                <a:srgbClr val="000000"/>
              </a:solidFill>
              <a:latin typeface="Montserrat Regular"/>
            </a:endParaRPr>
          </a:p>
        </p:txBody>
      </p:sp>
      <p:sp>
        <p:nvSpPr>
          <p:cNvPr id="24" name="TextBox 24"/>
          <p:cNvSpPr txBox="1"/>
          <p:nvPr/>
        </p:nvSpPr>
        <p:spPr>
          <a:xfrm>
            <a:off x="6870700" y="6731000"/>
            <a:ext cx="660400" cy="406400"/>
          </a:xfrm>
          <a:prstGeom prst="rect">
            <a:avLst/>
          </a:prstGeom>
        </p:spPr>
        <p:txBody>
          <a:bodyPr lIns="0" tIns="0" rIns="0" bIns="0" rtlCol="0" anchor="t"/>
          <a:lstStyle/>
          <a:p>
            <a:pPr lvl="0" algn="l">
              <a:lnSpc>
                <a:spcPct val="100000"/>
              </a:lnSpc>
            </a:pPr>
            <a:r>
              <a:rPr lang="en-US" sz="2300" b="0" i="0" u="none" strike="noStrike">
                <a:solidFill>
                  <a:srgbClr val="000000"/>
                </a:solidFill>
                <a:latin typeface="Anek Tamil Expanded SemiBold"/>
              </a:rPr>
              <a:t>05</a:t>
            </a:r>
            <a:endParaRPr lang="en-US" sz="2300" b="0" i="0" u="none" strike="noStrike">
              <a:solidFill>
                <a:srgbClr val="000000"/>
              </a:solidFill>
              <a:latin typeface="Anek Tamil Expanded SemiBold"/>
            </a:endParaRPr>
          </a:p>
        </p:txBody>
      </p:sp>
      <p:sp>
        <p:nvSpPr>
          <p:cNvPr id="25" name="TextBox 25"/>
          <p:cNvSpPr txBox="1"/>
          <p:nvPr/>
        </p:nvSpPr>
        <p:spPr>
          <a:xfrm>
            <a:off x="12992100" y="6756400"/>
            <a:ext cx="36195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Regular"/>
              </a:rPr>
              <a:t>Awards</a:t>
            </a:r>
            <a:endParaRPr lang="en-US" sz="2000" b="0" i="0" u="none" strike="noStrike">
              <a:solidFill>
                <a:srgbClr val="000000"/>
              </a:solidFill>
              <a:latin typeface="Montserrat Regular"/>
            </a:endParaRPr>
          </a:p>
        </p:txBody>
      </p:sp>
      <p:sp>
        <p:nvSpPr>
          <p:cNvPr id="26" name="TextBox 26"/>
          <p:cNvSpPr txBox="1"/>
          <p:nvPr/>
        </p:nvSpPr>
        <p:spPr>
          <a:xfrm>
            <a:off x="12242800" y="6731000"/>
            <a:ext cx="660400" cy="406400"/>
          </a:xfrm>
          <a:prstGeom prst="rect">
            <a:avLst/>
          </a:prstGeom>
        </p:spPr>
        <p:txBody>
          <a:bodyPr lIns="0" tIns="0" rIns="0" bIns="0" rtlCol="0" anchor="t"/>
          <a:lstStyle/>
          <a:p>
            <a:pPr lvl="0" algn="l">
              <a:lnSpc>
                <a:spcPct val="100000"/>
              </a:lnSpc>
            </a:pPr>
            <a:r>
              <a:rPr lang="en-US" sz="2300" b="0" i="0" u="none" strike="noStrike">
                <a:solidFill>
                  <a:srgbClr val="000000"/>
                </a:solidFill>
                <a:latin typeface="Anek Tamil Expanded SemiBold"/>
              </a:rPr>
              <a:t>06</a:t>
            </a:r>
            <a:endParaRPr lang="en-US" sz="2300" b="0" i="0" u="none" strike="noStrike">
              <a:solidFill>
                <a:srgbClr val="000000"/>
              </a:solidFill>
              <a:latin typeface="Anek Tamil Expanded SemiBold"/>
            </a:endParaRPr>
          </a:p>
        </p:txBody>
      </p:sp>
      <p:sp>
        <p:nvSpPr>
          <p:cNvPr id="27" name="TextBox 27"/>
          <p:cNvSpPr txBox="1"/>
          <p:nvPr/>
        </p:nvSpPr>
        <p:spPr>
          <a:xfrm>
            <a:off x="3213100" y="7429500"/>
            <a:ext cx="36195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Regular"/>
              </a:rPr>
              <a:t>Testimonials</a:t>
            </a:r>
            <a:endParaRPr lang="en-US" sz="2000" b="0" i="0" u="none" strike="noStrike">
              <a:solidFill>
                <a:srgbClr val="000000"/>
              </a:solidFill>
              <a:latin typeface="Montserrat Regular"/>
            </a:endParaRPr>
          </a:p>
        </p:txBody>
      </p:sp>
      <p:sp>
        <p:nvSpPr>
          <p:cNvPr id="28" name="TextBox 28"/>
          <p:cNvSpPr txBox="1"/>
          <p:nvPr/>
        </p:nvSpPr>
        <p:spPr>
          <a:xfrm>
            <a:off x="2463800" y="7404100"/>
            <a:ext cx="660400" cy="406400"/>
          </a:xfrm>
          <a:prstGeom prst="rect">
            <a:avLst/>
          </a:prstGeom>
        </p:spPr>
        <p:txBody>
          <a:bodyPr lIns="0" tIns="0" rIns="0" bIns="0" rtlCol="0" anchor="t"/>
          <a:lstStyle/>
          <a:p>
            <a:pPr lvl="0" algn="l">
              <a:lnSpc>
                <a:spcPct val="100000"/>
              </a:lnSpc>
            </a:pPr>
            <a:r>
              <a:rPr lang="en-US" sz="2300" b="0" i="0" u="none" strike="noStrike">
                <a:solidFill>
                  <a:srgbClr val="000000"/>
                </a:solidFill>
                <a:latin typeface="Anek Tamil Expanded SemiBold"/>
              </a:rPr>
              <a:t>07</a:t>
            </a:r>
            <a:endParaRPr lang="en-US" sz="2300" b="0" i="0" u="none" strike="noStrike">
              <a:solidFill>
                <a:srgbClr val="000000"/>
              </a:solidFill>
              <a:latin typeface="Anek Tamil Expanded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0000"/>
          </a:blip>
          <a:stretch>
            <a:fillRect/>
          </a:stretch>
        </p:blipFill>
        <p:spPr>
          <a:xfrm>
            <a:off x="6781800" y="-25400"/>
            <a:ext cx="11531600" cy="8648700"/>
          </a:xfrm>
          <a:prstGeom prst="rect">
            <a:avLst/>
          </a:prstGeom>
        </p:spPr>
      </p:pic>
      <p:pic>
        <p:nvPicPr>
          <p:cNvPr id="3" name="Picture 3"/>
          <p:cNvPicPr>
            <a:picLocks noChangeAspect="1"/>
          </p:cNvPicPr>
          <p:nvPr/>
        </p:nvPicPr>
        <p:blipFill>
          <a:blip r:embed="rId2"/>
          <a:stretch>
            <a:fillRect/>
          </a:stretch>
        </p:blipFill>
        <p:spPr>
          <a:xfrm>
            <a:off x="508000" y="482600"/>
            <a:ext cx="17259300" cy="25400"/>
          </a:xfrm>
          <a:prstGeom prst="rect">
            <a:avLst/>
          </a:prstGeom>
        </p:spPr>
      </p:pic>
      <p:pic>
        <p:nvPicPr>
          <p:cNvPr id="4" name="Picture 4"/>
          <p:cNvPicPr>
            <a:picLocks noChangeAspect="1"/>
          </p:cNvPicPr>
          <p:nvPr/>
        </p:nvPicPr>
        <p:blipFill>
          <a:blip r:embed="rId2"/>
          <a:stretch>
            <a:fillRect/>
          </a:stretch>
        </p:blipFill>
        <p:spPr>
          <a:xfrm>
            <a:off x="508000" y="927100"/>
            <a:ext cx="17259300" cy="25400"/>
          </a:xfrm>
          <a:prstGeom prst="rect">
            <a:avLst/>
          </a:prstGeom>
        </p:spPr>
      </p:pic>
      <p:pic>
        <p:nvPicPr>
          <p:cNvPr id="5" name="Picture 5"/>
          <p:cNvPicPr>
            <a:picLocks noChangeAspect="1"/>
          </p:cNvPicPr>
          <p:nvPr/>
        </p:nvPicPr>
        <p:blipFill>
          <a:blip r:embed="rId3"/>
          <a:stretch>
            <a:fillRect/>
          </a:stretch>
        </p:blipFill>
        <p:spPr>
          <a:xfrm rot="5400000">
            <a:off x="2654300" y="698500"/>
            <a:ext cx="431800" cy="25400"/>
          </a:xfrm>
          <a:prstGeom prst="rect">
            <a:avLst/>
          </a:prstGeom>
        </p:spPr>
      </p:pic>
      <p:pic>
        <p:nvPicPr>
          <p:cNvPr id="6" name="Picture 6"/>
          <p:cNvPicPr>
            <a:picLocks noChangeAspect="1"/>
          </p:cNvPicPr>
          <p:nvPr/>
        </p:nvPicPr>
        <p:blipFill>
          <a:blip r:embed="rId3"/>
          <a:stretch>
            <a:fillRect/>
          </a:stretch>
        </p:blipFill>
        <p:spPr>
          <a:xfrm rot="5400000">
            <a:off x="8242300" y="698500"/>
            <a:ext cx="431800" cy="25400"/>
          </a:xfrm>
          <a:prstGeom prst="rect">
            <a:avLst/>
          </a:prstGeom>
        </p:spPr>
      </p:pic>
      <p:pic>
        <p:nvPicPr>
          <p:cNvPr id="7" name="Picture 7"/>
          <p:cNvPicPr>
            <a:picLocks noChangeAspect="1"/>
          </p:cNvPicPr>
          <p:nvPr/>
        </p:nvPicPr>
        <p:blipFill>
          <a:blip r:embed="rId3"/>
          <a:stretch>
            <a:fillRect/>
          </a:stretch>
        </p:blipFill>
        <p:spPr>
          <a:xfrm rot="5400000">
            <a:off x="16319500" y="698500"/>
            <a:ext cx="431800" cy="25400"/>
          </a:xfrm>
          <a:prstGeom prst="rect">
            <a:avLst/>
          </a:prstGeom>
        </p:spPr>
      </p:pic>
      <p:pic>
        <p:nvPicPr>
          <p:cNvPr id="8" name="Picture 8"/>
          <p:cNvPicPr>
            <a:picLocks noChangeAspect="1"/>
          </p:cNvPicPr>
          <p:nvPr/>
        </p:nvPicPr>
        <p:blipFill>
          <a:blip r:embed="rId4"/>
          <a:stretch>
            <a:fillRect/>
          </a:stretch>
        </p:blipFill>
        <p:spPr>
          <a:xfrm>
            <a:off x="508000" y="2438400"/>
            <a:ext cx="7493000" cy="6654800"/>
          </a:xfrm>
          <a:prstGeom prst="rect">
            <a:avLst/>
          </a:prstGeom>
        </p:spPr>
      </p:pic>
      <p:sp>
        <p:nvSpPr>
          <p:cNvPr id="9" name="TextBox 9"/>
          <p:cNvSpPr txBox="1"/>
          <p:nvPr/>
        </p:nvSpPr>
        <p:spPr>
          <a:xfrm>
            <a:off x="8826500" y="2171700"/>
            <a:ext cx="7658100" cy="3454400"/>
          </a:xfrm>
          <a:prstGeom prst="rect">
            <a:avLst/>
          </a:prstGeom>
        </p:spPr>
        <p:txBody>
          <a:bodyPr lIns="0" tIns="0" rIns="0" bIns="0" rtlCol="0" anchor="t"/>
          <a:lstStyle/>
          <a:p>
            <a:pPr lvl="0" algn="l">
              <a:lnSpc>
                <a:spcPct val="83000"/>
              </a:lnSpc>
            </a:pPr>
            <a:r>
              <a:rPr lang="en-US" sz="8000" b="0" i="0" u="none" strike="noStrike">
                <a:solidFill>
                  <a:srgbClr val="000000"/>
                </a:solidFill>
                <a:latin typeface="Anek Tamil Expanded Regular"/>
              </a:rPr>
              <a:t>Introduction to the Designer</a:t>
            </a:r>
            <a:endParaRPr lang="en-US" sz="8000" b="0" i="0" u="none" strike="noStrike">
              <a:solidFill>
                <a:srgbClr val="000000"/>
              </a:solidFill>
              <a:latin typeface="Anek Tamil Expanded Regular"/>
            </a:endParaRPr>
          </a:p>
        </p:txBody>
      </p:sp>
      <p:sp>
        <p:nvSpPr>
          <p:cNvPr id="10" name="TextBox 10"/>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1" name="TextBox 11"/>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2" name="TextBox 12"/>
          <p:cNvSpPr txBox="1"/>
          <p:nvPr/>
        </p:nvSpPr>
        <p:spPr>
          <a:xfrm>
            <a:off x="17424400" y="596900"/>
            <a:ext cx="342900" cy="292100"/>
          </a:xfrm>
          <a:prstGeom prst="rect">
            <a:avLst/>
          </a:prstGeom>
        </p:spPr>
        <p:txBody>
          <a:bodyPr lIns="0" tIns="0" rIns="0" bIns="0" rtlCol="0" anchor="t"/>
          <a:lstStyle/>
          <a:p>
            <a:pPr lvl="0" algn="r">
              <a:lnSpc>
                <a:spcPct val="100000"/>
              </a:lnSpc>
            </a:pPr>
            <a:r>
              <a:rPr lang="en-US" sz="1600" b="0" i="0" u="none" strike="noStrike">
                <a:solidFill>
                  <a:srgbClr val="000000"/>
                </a:solidFill>
                <a:latin typeface="Anek Tamil Expanded SemiBold"/>
              </a:rPr>
              <a:t>03</a:t>
            </a:r>
            <a:endParaRPr lang="en-US" sz="1600" b="0" i="0" u="none" strike="noStrike">
              <a:solidFill>
                <a:srgbClr val="000000"/>
              </a:solidFill>
              <a:latin typeface="Anek Tamil Expanded SemiBold"/>
            </a:endParaRPr>
          </a:p>
        </p:txBody>
      </p:sp>
      <p:sp>
        <p:nvSpPr>
          <p:cNvPr id="13" name="TextBox 13"/>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Introduction</a:t>
            </a:r>
            <a:endParaRPr lang="en-US" sz="1500" b="0" i="0" u="none" strike="noStrike">
              <a:solidFill>
                <a:srgbClr val="000000"/>
              </a:solidFill>
              <a:latin typeface="Anek Tamil Expanded Regular"/>
            </a:endParaRPr>
          </a:p>
        </p:txBody>
      </p:sp>
      <p:sp>
        <p:nvSpPr>
          <p:cNvPr id="14" name="TextBox 14"/>
          <p:cNvSpPr txBox="1"/>
          <p:nvPr/>
        </p:nvSpPr>
        <p:spPr>
          <a:xfrm>
            <a:off x="8826500" y="6311900"/>
            <a:ext cx="7505700" cy="2794000"/>
          </a:xfrm>
          <a:prstGeom prst="rect">
            <a:avLst/>
          </a:prstGeom>
        </p:spPr>
        <p:txBody>
          <a:bodyPr lIns="0" tIns="0" rIns="0" bIns="0" rtlCol="0" anchor="t"/>
          <a:lstStyle/>
          <a:p>
            <a:pPr lvl="0" algn="l">
              <a:lnSpc>
                <a:spcPct val="100000"/>
              </a:lnSpc>
            </a:pPr>
            <a:r>
              <a:rPr lang="en-US" sz="1800" b="0" i="0" u="none" strike="noStrike">
                <a:solidFill>
                  <a:srgbClr val="000000"/>
                </a:solidFill>
                <a:latin typeface="Montserrat Regular"/>
              </a:rPr>
              <a:t>Nullam nec turpis et arcu egestas commodo. Integer sit amet metus non tortor tincidunt interdum. Donec et metus mollis, ultricies est at, ultricies nulla. Morbi non libero magna. Praesent imperdiet magna ac ipsum cursus, ut fermentum turpis elit ac tincidunt egestas sit.</a:t>
            </a:r>
            <a:endParaRPr lang="en-US" sz="1800" b="0" i="0" u="none" strike="noStrike">
              <a:solidFill>
                <a:srgbClr val="000000"/>
              </a:solidFill>
              <a:latin typeface="Montserrat Regular"/>
            </a:endParaRPr>
          </a:p>
          <a:p>
            <a:pPr lvl="0" algn="l">
              <a:lnSpc>
                <a:spcPct val="100000"/>
              </a:lnSpc>
            </a:pPr>
            <a:endParaRPr lang="en-US" sz="1800" b="0" i="0" u="none" strike="noStrike">
              <a:solidFill>
                <a:srgbClr val="000000"/>
              </a:solidFill>
              <a:latin typeface="Montserrat Regular"/>
            </a:endParaRPr>
          </a:p>
          <a:p>
            <a:pPr lvl="0" algn="l">
              <a:lnSpc>
                <a:spcPct val="100000"/>
              </a:lnSpc>
            </a:pPr>
            <a:r>
              <a:rPr lang="en-US" sz="1800" b="0" i="0" u="none" strike="noStrike">
                <a:solidFill>
                  <a:srgbClr val="000000"/>
                </a:solidFill>
                <a:latin typeface="Montserrat Regular"/>
              </a:rPr>
              <a:t>Nullam nec turpis et arcu egestas commodo. Integer sit amet metus non tortor tincidunt interdum. Donec et metus mollis, ultricies est at, ultricies nulla. Morbi non libero magna. Praesent imperdiet magna ac ipsum cursus fermentum turpis tincidunt.</a:t>
            </a:r>
            <a:endParaRPr lang="en-US" sz="1800" b="0" i="0" u="none" strike="noStrike">
              <a:solidFill>
                <a:srgbClr val="000000"/>
              </a:solidFill>
              <a:latin typeface="Montserrat Regul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p:cNvPicPr>
          <p:nvPr/>
        </p:nvPicPr>
        <p:blipFill>
          <a:blip r:embed="rId2">
            <a:alphaModFix amt="70000"/>
          </a:blip>
          <a:stretch>
            <a:fillRect/>
          </a:stretch>
        </p:blipFill>
        <p:spPr>
          <a:xfrm>
            <a:off x="0" y="1714500"/>
            <a:ext cx="11531600" cy="8648700"/>
          </a:xfrm>
          <a:prstGeom prst="rect">
            <a:avLst/>
          </a:prstGeom>
        </p:spPr>
      </p:pic>
      <p:sp>
        <p:nvSpPr>
          <p:cNvPr id="7" name="TextBox 17"/>
          <p:cNvSpPr txBox="1"/>
          <p:nvPr/>
        </p:nvSpPr>
        <p:spPr>
          <a:xfrm>
            <a:off x="508000" y="2273300"/>
            <a:ext cx="6997700" cy="4470400"/>
          </a:xfrm>
          <a:prstGeom prst="rect">
            <a:avLst/>
          </a:prstGeom>
        </p:spPr>
        <p:txBody>
          <a:bodyPr lIns="0" tIns="0" rIns="0" bIns="0" rtlCol="0" anchor="t"/>
          <a:lstStyle/>
          <a:p>
            <a:pPr lvl="0" algn="l">
              <a:lnSpc>
                <a:spcPct val="83000"/>
              </a:lnSpc>
            </a:pPr>
            <a:r>
              <a:rPr lang="en-US" sz="8000" b="0" i="0" u="none" strike="noStrike" dirty="0">
                <a:solidFill>
                  <a:srgbClr val="000000"/>
                </a:solidFill>
                <a:latin typeface="Anek Tamil Expanded Regular"/>
              </a:rPr>
              <a:t>Tools, Techniques, and Design Styles</a:t>
            </a:r>
            <a:endParaRPr lang="en-US" sz="8000" b="0" i="0" u="none" strike="noStrike" dirty="0">
              <a:solidFill>
                <a:srgbClr val="000000"/>
              </a:solidFill>
              <a:latin typeface="Anek Tamil Expanded Regular"/>
            </a:endParaRPr>
          </a:p>
        </p:txBody>
      </p:sp>
      <p:sp>
        <p:nvSpPr>
          <p:cNvPr id="8" name="TextBox 18"/>
          <p:cNvSpPr txBox="1"/>
          <p:nvPr/>
        </p:nvSpPr>
        <p:spPr>
          <a:xfrm>
            <a:off x="508000" y="6743700"/>
            <a:ext cx="6324600" cy="1422400"/>
          </a:xfrm>
          <a:prstGeom prst="rect">
            <a:avLst/>
          </a:prstGeom>
        </p:spPr>
        <p:txBody>
          <a:bodyPr lIns="0" tIns="0" rIns="0" bIns="0" rtlCol="0" anchor="t"/>
          <a:lstStyle/>
          <a:p>
            <a:pPr lvl="0" algn="l">
              <a:lnSpc>
                <a:spcPct val="100000"/>
              </a:lnSpc>
            </a:pPr>
            <a:r>
              <a:rPr lang="en-US" sz="1800" b="0" i="0" u="none" strike="noStrike" dirty="0" err="1">
                <a:solidFill>
                  <a:srgbClr val="000000"/>
                </a:solidFill>
                <a:latin typeface="Montserrat Regular"/>
              </a:rPr>
              <a:t>Nullam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quis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arcu</a:t>
            </a:r>
            <a:r>
              <a:rPr lang="en-US" sz="1800" b="0" i="0" u="none" strike="noStrike" dirty="0">
                <a:solidFill>
                  <a:srgbClr val="000000"/>
                </a:solidFill>
                <a:latin typeface="Montserrat Regular"/>
              </a:rPr>
              <a:t> in magna pulvinar </a:t>
            </a:r>
            <a:r>
              <a:rPr lang="en-US" sz="1800" b="0" i="0" u="none" strike="noStrike" dirty="0" err="1">
                <a:solidFill>
                  <a:srgbClr val="000000"/>
                </a:solidFill>
                <a:latin typeface="Montserrat Regular"/>
              </a:rPr>
              <a:t>tincidunt</a:t>
            </a:r>
            <a:r>
              <a:rPr lang="en-US" sz="1800" b="0" i="0" u="none" strike="noStrike" dirty="0">
                <a:solidFill>
                  <a:srgbClr val="000000"/>
                </a:solidFill>
                <a:latin typeface="Montserrat Regular"/>
              </a:rPr>
              <a:t>. Lorem ipsum dolor sit </a:t>
            </a:r>
            <a:r>
              <a:rPr lang="en-US" sz="1800" b="0" i="0" u="none" strike="noStrike" dirty="0" err="1">
                <a:solidFill>
                  <a:srgbClr val="000000"/>
                </a:solidFill>
                <a:latin typeface="Montserrat Regular"/>
              </a:rPr>
              <a:t>amet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consectetur</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adipiscing</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elit</a:t>
            </a:r>
            <a:r>
              <a:rPr lang="en-US" sz="1800" b="0" i="0" u="none" strike="noStrike" dirty="0">
                <a:solidFill>
                  <a:srgbClr val="000000"/>
                </a:solidFill>
                <a:latin typeface="Montserrat Regular"/>
              </a:rPr>
              <a:t>. Nam </a:t>
            </a:r>
            <a:r>
              <a:rPr lang="en-US" sz="1800" b="0" i="0" u="none" strike="noStrike" dirty="0" err="1">
                <a:solidFill>
                  <a:srgbClr val="000000"/>
                </a:solidFill>
                <a:latin typeface="Montserrat Regular"/>
              </a:rPr>
              <a:t>hendrerit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nulla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ut</a:t>
            </a:r>
            <a:r>
              <a:rPr lang="en-US" sz="1800" b="0" i="0" u="none" strike="noStrike" dirty="0">
                <a:solidFill>
                  <a:srgbClr val="000000"/>
                </a:solidFill>
                <a:latin typeface="Montserrat Regular"/>
              </a:rPr>
              <a:t> cursus </a:t>
            </a:r>
            <a:r>
              <a:rPr lang="en-US" sz="1800" b="0" i="0" u="none" strike="noStrike" dirty="0" err="1">
                <a:solidFill>
                  <a:srgbClr val="000000"/>
                </a:solidFill>
                <a:latin typeface="Montserrat Regular"/>
              </a:rPr>
              <a:t>laoreet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Nullam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elementum</a:t>
            </a:r>
            <a:r>
              <a:rPr lang="en-US" sz="1800" b="0" i="0" u="none" strike="noStrike" dirty="0">
                <a:solidFill>
                  <a:srgbClr val="000000"/>
                </a:solidFill>
                <a:latin typeface="Montserrat Regular"/>
              </a:rPr>
              <a:t> lorem vel </a:t>
            </a:r>
            <a:r>
              <a:rPr lang="en-US" sz="1800" b="0" i="0" u="none" strike="noStrike" dirty="0" err="1">
                <a:solidFill>
                  <a:srgbClr val="000000"/>
                </a:solidFill>
                <a:latin typeface="Montserrat Regular"/>
              </a:rPr>
              <a:t>facilisis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laoreet</a:t>
            </a:r>
            <a:r>
              <a:rPr lang="en-US" sz="1800" b="0" i="0" u="none" strike="noStrike" dirty="0">
                <a:solidFill>
                  <a:srgbClr val="000000"/>
                </a:solidFill>
                <a:latin typeface="Montserrat Regular"/>
              </a:rPr>
              <a:t>. Cras ac </a:t>
            </a:r>
            <a:r>
              <a:rPr lang="en-US" sz="1800" b="0" i="0" u="none" strike="noStrike" dirty="0" err="1">
                <a:solidFill>
                  <a:srgbClr val="000000"/>
                </a:solidFill>
                <a:latin typeface="Montserrat Regular"/>
              </a:rPr>
              <a:t>turpis</a:t>
            </a:r>
            <a:r>
              <a:rPr lang="en-US" sz="1800" b="0" i="0" u="none" strike="noStrike" dirty="0">
                <a:solidFill>
                  <a:srgbClr val="000000"/>
                </a:solidFill>
                <a:latin typeface="Montserrat Regular"/>
              </a:rPr>
              <a:t> vel </a:t>
            </a:r>
            <a:r>
              <a:rPr lang="en-US" sz="1800" b="0" i="0" u="none" strike="noStrike" dirty="0" err="1">
                <a:solidFill>
                  <a:srgbClr val="000000"/>
                </a:solidFill>
                <a:latin typeface="Montserrat Regular"/>
              </a:rPr>
              <a:t>erat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elit</a:t>
            </a:r>
            <a:r>
              <a:rPr lang="en-US" sz="1800" b="0" i="0" u="none" strike="noStrike" dirty="0">
                <a:solidFill>
                  <a:srgbClr val="000000"/>
                </a:solidFill>
                <a:latin typeface="Montserrat Regular"/>
              </a:rPr>
              <a:t> ac </a:t>
            </a:r>
            <a:r>
              <a:rPr lang="en-US" sz="1800" b="0" i="0" u="none" strike="noStrike" dirty="0" err="1">
                <a:solidFill>
                  <a:srgbClr val="000000"/>
                </a:solidFill>
                <a:latin typeface="Montserrat Regular"/>
              </a:rPr>
              <a:t>vehicula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venenatis</a:t>
            </a:r>
            <a:r>
              <a:rPr lang="en-US" sz="1800" b="0" i="0" u="none" strike="noStrike" dirty="0">
                <a:solidFill>
                  <a:srgbClr val="000000"/>
                </a:solidFill>
                <a:latin typeface="Montserrat Regular"/>
              </a:rPr>
              <a:t>.</a:t>
            </a:r>
            <a:endParaRPr lang="en-US" sz="1800" b="0" i="0" u="none" strike="noStrike" dirty="0">
              <a:solidFill>
                <a:srgbClr val="000000"/>
              </a:solidFill>
              <a:latin typeface="Montserrat Regular"/>
            </a:endParaRPr>
          </a:p>
        </p:txBody>
      </p:sp>
      <p:pic>
        <p:nvPicPr>
          <p:cNvPr id="9" name="Picture 3"/>
          <p:cNvPicPr>
            <a:picLocks noChangeAspect="1"/>
          </p:cNvPicPr>
          <p:nvPr/>
        </p:nvPicPr>
        <p:blipFill>
          <a:blip r:embed="rId3"/>
          <a:stretch>
            <a:fillRect/>
          </a:stretch>
        </p:blipFill>
        <p:spPr>
          <a:xfrm>
            <a:off x="508000" y="482600"/>
            <a:ext cx="17259300" cy="25400"/>
          </a:xfrm>
          <a:prstGeom prst="rect">
            <a:avLst/>
          </a:prstGeom>
        </p:spPr>
      </p:pic>
      <p:pic>
        <p:nvPicPr>
          <p:cNvPr id="10" name="Picture 4"/>
          <p:cNvPicPr>
            <a:picLocks noChangeAspect="1"/>
          </p:cNvPicPr>
          <p:nvPr/>
        </p:nvPicPr>
        <p:blipFill>
          <a:blip r:embed="rId3"/>
          <a:stretch>
            <a:fillRect/>
          </a:stretch>
        </p:blipFill>
        <p:spPr>
          <a:xfrm>
            <a:off x="508000" y="927100"/>
            <a:ext cx="17259300" cy="25400"/>
          </a:xfrm>
          <a:prstGeom prst="rect">
            <a:avLst/>
          </a:prstGeom>
        </p:spPr>
      </p:pic>
      <p:pic>
        <p:nvPicPr>
          <p:cNvPr id="11" name="Picture 5"/>
          <p:cNvPicPr>
            <a:picLocks noChangeAspect="1"/>
          </p:cNvPicPr>
          <p:nvPr/>
        </p:nvPicPr>
        <p:blipFill>
          <a:blip r:embed="rId4"/>
          <a:stretch>
            <a:fillRect/>
          </a:stretch>
        </p:blipFill>
        <p:spPr>
          <a:xfrm rot="5400000">
            <a:off x="2654300" y="698500"/>
            <a:ext cx="431800" cy="25400"/>
          </a:xfrm>
          <a:prstGeom prst="rect">
            <a:avLst/>
          </a:prstGeom>
        </p:spPr>
      </p:pic>
      <p:pic>
        <p:nvPicPr>
          <p:cNvPr id="12" name="Picture 6"/>
          <p:cNvPicPr>
            <a:picLocks noChangeAspect="1"/>
          </p:cNvPicPr>
          <p:nvPr/>
        </p:nvPicPr>
        <p:blipFill>
          <a:blip r:embed="rId4"/>
          <a:stretch>
            <a:fillRect/>
          </a:stretch>
        </p:blipFill>
        <p:spPr>
          <a:xfrm rot="5400000">
            <a:off x="8242300" y="698500"/>
            <a:ext cx="431800" cy="25400"/>
          </a:xfrm>
          <a:prstGeom prst="rect">
            <a:avLst/>
          </a:prstGeom>
        </p:spPr>
      </p:pic>
      <p:pic>
        <p:nvPicPr>
          <p:cNvPr id="13" name="Picture 7"/>
          <p:cNvPicPr>
            <a:picLocks noChangeAspect="1"/>
          </p:cNvPicPr>
          <p:nvPr/>
        </p:nvPicPr>
        <p:blipFill>
          <a:blip r:embed="rId4"/>
          <a:stretch>
            <a:fillRect/>
          </a:stretch>
        </p:blipFill>
        <p:spPr>
          <a:xfrm rot="5400000">
            <a:off x="16319500" y="698500"/>
            <a:ext cx="431800" cy="25400"/>
          </a:xfrm>
          <a:prstGeom prst="rect">
            <a:avLst/>
          </a:prstGeom>
        </p:spPr>
      </p:pic>
      <p:sp>
        <p:nvSpPr>
          <p:cNvPr id="14" name="TextBox 22"/>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5" name="TextBox 23"/>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dirty="0">
                <a:solidFill>
                  <a:srgbClr val="000000"/>
                </a:solidFill>
                <a:latin typeface="Anek Tamil Expanded SemiBold"/>
              </a:rPr>
              <a:t>2025 Article </a:t>
            </a:r>
            <a:r>
              <a:rPr lang="en-US" sz="1500" b="0" i="0" u="none" strike="noStrike" dirty="0">
                <a:solidFill>
                  <a:srgbClr val="000000"/>
                </a:solidFill>
                <a:latin typeface="Anek Tamil Expanded Light"/>
              </a:rPr>
              <a:t>// Issue no. 012 // GRPHC DSGN</a:t>
            </a:r>
            <a:r>
              <a:rPr lang="en-US" sz="1500" b="0" i="0" u="none" strike="noStrike" dirty="0">
                <a:solidFill>
                  <a:srgbClr val="000000"/>
                </a:solidFill>
                <a:latin typeface="Anek Tamil Expanded SemiBold"/>
              </a:rPr>
              <a:t> </a:t>
            </a:r>
            <a:endParaRPr lang="en-US" sz="1500" b="0" i="0" u="none" strike="noStrike" dirty="0">
              <a:solidFill>
                <a:srgbClr val="000000"/>
              </a:solidFill>
              <a:latin typeface="Anek Tamil Expanded SemiBold"/>
            </a:endParaRPr>
          </a:p>
        </p:txBody>
      </p:sp>
      <p:sp>
        <p:nvSpPr>
          <p:cNvPr id="16" name="TextBox 24"/>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a:solidFill>
                  <a:srgbClr val="000000"/>
                </a:solidFill>
                <a:latin typeface="Anek Tamil Expanded SemiBold"/>
              </a:rPr>
              <a:t>04</a:t>
            </a:r>
            <a:endParaRPr lang="en-US" sz="1600" b="0" i="0" u="none" strike="noStrike">
              <a:solidFill>
                <a:srgbClr val="000000"/>
              </a:solidFill>
              <a:latin typeface="Anek Tamil Expanded SemiBold"/>
            </a:endParaRPr>
          </a:p>
        </p:txBody>
      </p:sp>
      <p:sp>
        <p:nvSpPr>
          <p:cNvPr id="17" name="TextBox 25"/>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Design Philosophy</a:t>
            </a:r>
            <a:endParaRPr lang="en-US" sz="1500" b="0" i="0" u="none" strike="noStrike">
              <a:solidFill>
                <a:srgbClr val="000000"/>
              </a:solidFill>
              <a:latin typeface="Anek Tamil Expanded Regular"/>
            </a:endParaRPr>
          </a:p>
        </p:txBody>
      </p:sp>
      <p:grpSp>
        <p:nvGrpSpPr>
          <p:cNvPr id="18" name="组合 17"/>
          <p:cNvGrpSpPr/>
          <p:nvPr/>
        </p:nvGrpSpPr>
        <p:grpSpPr>
          <a:xfrm>
            <a:off x="9144000" y="2095500"/>
            <a:ext cx="7748180" cy="6252528"/>
            <a:chOff x="8253820" y="1735772"/>
            <a:chExt cx="7748180" cy="6252528"/>
          </a:xfrm>
        </p:grpSpPr>
        <p:graphicFrame>
          <p:nvGraphicFramePr>
            <p:cNvPr id="19" name="图表 18"/>
            <p:cNvGraphicFramePr/>
            <p:nvPr/>
          </p:nvGraphicFramePr>
          <p:xfrm>
            <a:off x="8382000" y="1866900"/>
            <a:ext cx="7620000" cy="6121400"/>
          </p:xfrm>
          <a:graphic>
            <a:graphicData uri="http://schemas.openxmlformats.org/drawingml/2006/chart">
              <c:chart xmlns:c="http://schemas.openxmlformats.org/drawingml/2006/chart" xmlns:r="http://schemas.openxmlformats.org/officeDocument/2006/relationships" r:id="rId1"/>
            </a:graphicData>
          </a:graphic>
        </p:graphicFrame>
        <p:sp>
          <p:nvSpPr>
            <p:cNvPr id="20" name="椭圆 19"/>
            <p:cNvSpPr/>
            <p:nvPr/>
          </p:nvSpPr>
          <p:spPr>
            <a:xfrm>
              <a:off x="10477500" y="3213100"/>
              <a:ext cx="3429000" cy="3429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3928685" y="2298700"/>
              <a:ext cx="1951175" cy="1292662"/>
            </a:xfrm>
            <a:prstGeom prst="rect">
              <a:avLst/>
            </a:prstGeom>
            <a:noFill/>
          </p:spPr>
          <p:txBody>
            <a:bodyPr wrap="none" rtlCol="0">
              <a:spAutoFit/>
            </a:bodyPr>
            <a:lstStyle/>
            <a:p>
              <a:r>
                <a:rPr lang="en-US" altLang="zh-CN" dirty="0">
                  <a:solidFill>
                    <a:srgbClr val="000000"/>
                  </a:solidFill>
                  <a:latin typeface="Montserrat Regular"/>
                </a:rPr>
                <a:t>Item1</a:t>
              </a:r>
              <a:endParaRPr lang="en-US" altLang="zh-CN" dirty="0">
                <a:solidFill>
                  <a:srgbClr val="000000"/>
                </a:solidFill>
                <a:latin typeface="Montserrat Regular"/>
              </a:endParaRPr>
            </a:p>
            <a:p>
              <a:r>
                <a:rPr lang="en-US" altLang="zh-CN" sz="6000" dirty="0">
                  <a:solidFill>
                    <a:srgbClr val="000000"/>
                  </a:solidFill>
                  <a:latin typeface="Anek Tamil Expanded Regular"/>
                </a:rPr>
                <a:t>25%</a:t>
              </a:r>
              <a:endParaRPr lang="zh-CN" altLang="en-US" sz="6000" dirty="0">
                <a:solidFill>
                  <a:srgbClr val="000000"/>
                </a:solidFill>
                <a:latin typeface="Anek Tamil Expanded Regular"/>
              </a:endParaRPr>
            </a:p>
          </p:txBody>
        </p:sp>
        <p:sp>
          <p:nvSpPr>
            <p:cNvPr id="22" name="文本框 21"/>
            <p:cNvSpPr txBox="1"/>
            <p:nvPr/>
          </p:nvSpPr>
          <p:spPr>
            <a:xfrm>
              <a:off x="13173890" y="6642100"/>
              <a:ext cx="1980029" cy="1292662"/>
            </a:xfrm>
            <a:prstGeom prst="rect">
              <a:avLst/>
            </a:prstGeom>
            <a:noFill/>
          </p:spPr>
          <p:txBody>
            <a:bodyPr wrap="none" rtlCol="0">
              <a:spAutoFit/>
            </a:bodyPr>
            <a:lstStyle/>
            <a:p>
              <a:r>
                <a:rPr lang="en-US" altLang="zh-CN" dirty="0">
                  <a:solidFill>
                    <a:srgbClr val="000000"/>
                  </a:solidFill>
                  <a:latin typeface="Montserrat Regular"/>
                </a:rPr>
                <a:t>Item2</a:t>
              </a:r>
              <a:endParaRPr lang="en-US" altLang="zh-CN" dirty="0">
                <a:solidFill>
                  <a:srgbClr val="000000"/>
                </a:solidFill>
                <a:latin typeface="Montserrat Regular"/>
              </a:endParaRPr>
            </a:p>
            <a:p>
              <a:r>
                <a:rPr lang="en-US" altLang="zh-CN" sz="6000" dirty="0">
                  <a:solidFill>
                    <a:srgbClr val="000000"/>
                  </a:solidFill>
                  <a:latin typeface="Anek Tamil Expanded Regular"/>
                </a:rPr>
                <a:t>35%</a:t>
              </a:r>
              <a:endParaRPr lang="zh-CN" altLang="en-US" sz="6000" dirty="0">
                <a:solidFill>
                  <a:srgbClr val="000000"/>
                </a:solidFill>
                <a:latin typeface="Anek Tamil Expanded Regular"/>
              </a:endParaRPr>
            </a:p>
          </p:txBody>
        </p:sp>
        <p:sp>
          <p:nvSpPr>
            <p:cNvPr id="23" name="文本框 22"/>
            <p:cNvSpPr txBox="1"/>
            <p:nvPr/>
          </p:nvSpPr>
          <p:spPr>
            <a:xfrm>
              <a:off x="8253820" y="5164772"/>
              <a:ext cx="1984839" cy="1292662"/>
            </a:xfrm>
            <a:prstGeom prst="rect">
              <a:avLst/>
            </a:prstGeom>
            <a:noFill/>
          </p:spPr>
          <p:txBody>
            <a:bodyPr wrap="none" rtlCol="0">
              <a:spAutoFit/>
            </a:bodyPr>
            <a:lstStyle/>
            <a:p>
              <a:r>
                <a:rPr lang="en-US" altLang="zh-CN" dirty="0">
                  <a:solidFill>
                    <a:srgbClr val="000000"/>
                  </a:solidFill>
                  <a:latin typeface="Montserrat Regular"/>
                </a:rPr>
                <a:t>Item3</a:t>
              </a:r>
              <a:endParaRPr lang="en-US" altLang="zh-CN" dirty="0">
                <a:solidFill>
                  <a:srgbClr val="000000"/>
                </a:solidFill>
                <a:latin typeface="Montserrat Regular"/>
              </a:endParaRPr>
            </a:p>
            <a:p>
              <a:r>
                <a:rPr lang="en-US" altLang="zh-CN" sz="6000" dirty="0">
                  <a:solidFill>
                    <a:srgbClr val="000000"/>
                  </a:solidFill>
                  <a:latin typeface="Anek Tamil Expanded Regular"/>
                </a:rPr>
                <a:t>20%</a:t>
              </a:r>
              <a:endParaRPr lang="zh-CN" altLang="en-US" sz="6000" dirty="0">
                <a:solidFill>
                  <a:srgbClr val="000000"/>
                </a:solidFill>
                <a:latin typeface="Anek Tamil Expanded Regular"/>
              </a:endParaRPr>
            </a:p>
          </p:txBody>
        </p:sp>
        <p:sp>
          <p:nvSpPr>
            <p:cNvPr id="24" name="文本框 23"/>
            <p:cNvSpPr txBox="1"/>
            <p:nvPr/>
          </p:nvSpPr>
          <p:spPr>
            <a:xfrm>
              <a:off x="9576228" y="1735772"/>
              <a:ext cx="1984839" cy="1292662"/>
            </a:xfrm>
            <a:prstGeom prst="rect">
              <a:avLst/>
            </a:prstGeom>
            <a:noFill/>
          </p:spPr>
          <p:txBody>
            <a:bodyPr wrap="none" rtlCol="0">
              <a:spAutoFit/>
            </a:bodyPr>
            <a:lstStyle/>
            <a:p>
              <a:r>
                <a:rPr lang="en-US" altLang="zh-CN" dirty="0">
                  <a:solidFill>
                    <a:srgbClr val="000000"/>
                  </a:solidFill>
                  <a:latin typeface="Montserrat Regular"/>
                </a:rPr>
                <a:t>Item4</a:t>
              </a:r>
              <a:endParaRPr lang="en-US" altLang="zh-CN" dirty="0">
                <a:solidFill>
                  <a:srgbClr val="000000"/>
                </a:solidFill>
                <a:latin typeface="Montserrat Regular"/>
              </a:endParaRPr>
            </a:p>
            <a:p>
              <a:r>
                <a:rPr lang="en-US" altLang="zh-CN" sz="6000" dirty="0">
                  <a:solidFill>
                    <a:srgbClr val="000000"/>
                  </a:solidFill>
                  <a:latin typeface="Anek Tamil Expanded Regular"/>
                </a:rPr>
                <a:t>20%</a:t>
              </a:r>
              <a:endParaRPr lang="zh-CN" altLang="en-US" sz="6000" dirty="0">
                <a:solidFill>
                  <a:srgbClr val="000000"/>
                </a:solidFill>
                <a:latin typeface="Anek Tamil Expanded Regul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0000"/>
          </a:blip>
          <a:stretch>
            <a:fillRect/>
          </a:stretch>
        </p:blipFill>
        <p:spPr>
          <a:xfrm>
            <a:off x="3937000" y="-76200"/>
            <a:ext cx="14376400" cy="8648700"/>
          </a:xfrm>
          <a:prstGeom prst="rect">
            <a:avLst/>
          </a:prstGeom>
        </p:spPr>
      </p:pic>
      <p:pic>
        <p:nvPicPr>
          <p:cNvPr id="3" name="Picture 3"/>
          <p:cNvPicPr>
            <a:picLocks noChangeAspect="1"/>
          </p:cNvPicPr>
          <p:nvPr/>
        </p:nvPicPr>
        <p:blipFill>
          <a:blip r:embed="rId2"/>
          <a:stretch>
            <a:fillRect/>
          </a:stretch>
        </p:blipFill>
        <p:spPr>
          <a:xfrm>
            <a:off x="508000" y="482600"/>
            <a:ext cx="17259300" cy="25400"/>
          </a:xfrm>
          <a:prstGeom prst="rect">
            <a:avLst/>
          </a:prstGeom>
        </p:spPr>
      </p:pic>
      <p:pic>
        <p:nvPicPr>
          <p:cNvPr id="4" name="Picture 4"/>
          <p:cNvPicPr>
            <a:picLocks noChangeAspect="1"/>
          </p:cNvPicPr>
          <p:nvPr/>
        </p:nvPicPr>
        <p:blipFill>
          <a:blip r:embed="rId2"/>
          <a:stretch>
            <a:fillRect/>
          </a:stretch>
        </p:blipFill>
        <p:spPr>
          <a:xfrm>
            <a:off x="508000" y="927100"/>
            <a:ext cx="17259300" cy="25400"/>
          </a:xfrm>
          <a:prstGeom prst="rect">
            <a:avLst/>
          </a:prstGeom>
        </p:spPr>
      </p:pic>
      <p:pic>
        <p:nvPicPr>
          <p:cNvPr id="5" name="Picture 5"/>
          <p:cNvPicPr>
            <a:picLocks noChangeAspect="1"/>
          </p:cNvPicPr>
          <p:nvPr/>
        </p:nvPicPr>
        <p:blipFill>
          <a:blip r:embed="rId3"/>
          <a:stretch>
            <a:fillRect/>
          </a:stretch>
        </p:blipFill>
        <p:spPr>
          <a:xfrm rot="5400000">
            <a:off x="2654300" y="698500"/>
            <a:ext cx="431800" cy="25400"/>
          </a:xfrm>
          <a:prstGeom prst="rect">
            <a:avLst/>
          </a:prstGeom>
        </p:spPr>
      </p:pic>
      <p:pic>
        <p:nvPicPr>
          <p:cNvPr id="6" name="Picture 6"/>
          <p:cNvPicPr>
            <a:picLocks noChangeAspect="1"/>
          </p:cNvPicPr>
          <p:nvPr/>
        </p:nvPicPr>
        <p:blipFill>
          <a:blip r:embed="rId3"/>
          <a:stretch>
            <a:fillRect/>
          </a:stretch>
        </p:blipFill>
        <p:spPr>
          <a:xfrm rot="5400000">
            <a:off x="8242300" y="698500"/>
            <a:ext cx="431800" cy="25400"/>
          </a:xfrm>
          <a:prstGeom prst="rect">
            <a:avLst/>
          </a:prstGeom>
        </p:spPr>
      </p:pic>
      <p:pic>
        <p:nvPicPr>
          <p:cNvPr id="7" name="Picture 7"/>
          <p:cNvPicPr>
            <a:picLocks noChangeAspect="1"/>
          </p:cNvPicPr>
          <p:nvPr/>
        </p:nvPicPr>
        <p:blipFill>
          <a:blip r:embed="rId3"/>
          <a:stretch>
            <a:fillRect/>
          </a:stretch>
        </p:blipFill>
        <p:spPr>
          <a:xfrm rot="5400000">
            <a:off x="16319500" y="698500"/>
            <a:ext cx="431800" cy="25400"/>
          </a:xfrm>
          <a:prstGeom prst="rect">
            <a:avLst/>
          </a:prstGeom>
        </p:spPr>
      </p:pic>
      <p:pic>
        <p:nvPicPr>
          <p:cNvPr id="8" name="Picture 8"/>
          <p:cNvPicPr>
            <a:picLocks noChangeAspect="1"/>
          </p:cNvPicPr>
          <p:nvPr/>
        </p:nvPicPr>
        <p:blipFill>
          <a:blip r:embed="rId4"/>
          <a:stretch>
            <a:fillRect/>
          </a:stretch>
        </p:blipFill>
        <p:spPr>
          <a:xfrm>
            <a:off x="2095500" y="1981200"/>
            <a:ext cx="850900" cy="850900"/>
          </a:xfrm>
          <a:prstGeom prst="rect">
            <a:avLst/>
          </a:prstGeom>
        </p:spPr>
      </p:pic>
      <p:pic>
        <p:nvPicPr>
          <p:cNvPr id="9" name="Picture 9"/>
          <p:cNvPicPr>
            <a:picLocks noChangeAspect="1"/>
          </p:cNvPicPr>
          <p:nvPr/>
        </p:nvPicPr>
        <p:blipFill>
          <a:blip r:embed="rId5"/>
          <a:stretch>
            <a:fillRect/>
          </a:stretch>
        </p:blipFill>
        <p:spPr>
          <a:xfrm>
            <a:off x="3302000" y="1993900"/>
            <a:ext cx="825500" cy="825500"/>
          </a:xfrm>
          <a:prstGeom prst="rect">
            <a:avLst/>
          </a:prstGeom>
        </p:spPr>
      </p:pic>
      <p:pic>
        <p:nvPicPr>
          <p:cNvPr id="10" name="Picture 10"/>
          <p:cNvPicPr>
            <a:picLocks noChangeAspect="1"/>
          </p:cNvPicPr>
          <p:nvPr/>
        </p:nvPicPr>
        <p:blipFill>
          <a:blip r:embed="rId6"/>
          <a:stretch>
            <a:fillRect/>
          </a:stretch>
        </p:blipFill>
        <p:spPr>
          <a:xfrm>
            <a:off x="4483100" y="2019300"/>
            <a:ext cx="914400" cy="774700"/>
          </a:xfrm>
          <a:prstGeom prst="rect">
            <a:avLst/>
          </a:prstGeom>
        </p:spPr>
      </p:pic>
      <p:pic>
        <p:nvPicPr>
          <p:cNvPr id="11" name="Picture 11"/>
          <p:cNvPicPr>
            <a:picLocks noChangeAspect="1"/>
          </p:cNvPicPr>
          <p:nvPr/>
        </p:nvPicPr>
        <p:blipFill>
          <a:blip r:embed="rId7"/>
          <a:stretch>
            <a:fillRect/>
          </a:stretch>
        </p:blipFill>
        <p:spPr>
          <a:xfrm rot="2700000">
            <a:off x="5880100" y="2095500"/>
            <a:ext cx="622300" cy="622300"/>
          </a:xfrm>
          <a:prstGeom prst="rect">
            <a:avLst/>
          </a:prstGeom>
        </p:spPr>
      </p:pic>
      <p:grpSp>
        <p:nvGrpSpPr>
          <p:cNvPr id="12" name="Group 12"/>
          <p:cNvGrpSpPr/>
          <p:nvPr/>
        </p:nvGrpSpPr>
        <p:grpSpPr>
          <a:xfrm>
            <a:off x="2147483647" y="2147483647"/>
            <a:ext cx="2147011200" cy="2147011200"/>
            <a:chOff x="0" y="0"/>
            <a:chExt cx="0" cy="0"/>
          </a:xfrm>
        </p:grpSpPr>
      </p:grpSp>
      <p:pic>
        <p:nvPicPr>
          <p:cNvPr id="13" name="Picture 13"/>
          <p:cNvPicPr>
            <a:picLocks noChangeAspect="1"/>
          </p:cNvPicPr>
          <p:nvPr/>
        </p:nvPicPr>
        <p:blipFill>
          <a:blip r:embed="rId8"/>
          <a:stretch>
            <a:fillRect/>
          </a:stretch>
        </p:blipFill>
        <p:spPr>
          <a:xfrm>
            <a:off x="3098800" y="3771900"/>
            <a:ext cx="850900" cy="850900"/>
          </a:xfrm>
          <a:prstGeom prst="rect">
            <a:avLst/>
          </a:prstGeom>
        </p:spPr>
      </p:pic>
      <p:pic>
        <p:nvPicPr>
          <p:cNvPr id="14" name="Picture 14"/>
          <p:cNvPicPr>
            <a:picLocks noChangeAspect="1"/>
          </p:cNvPicPr>
          <p:nvPr/>
        </p:nvPicPr>
        <p:blipFill>
          <a:blip r:embed="rId9"/>
          <a:stretch>
            <a:fillRect/>
          </a:stretch>
        </p:blipFill>
        <p:spPr>
          <a:xfrm>
            <a:off x="3708400" y="4191000"/>
            <a:ext cx="825500" cy="825500"/>
          </a:xfrm>
          <a:prstGeom prst="rect">
            <a:avLst/>
          </a:prstGeom>
        </p:spPr>
      </p:pic>
      <p:pic>
        <p:nvPicPr>
          <p:cNvPr id="15" name="Picture 15"/>
          <p:cNvPicPr>
            <a:picLocks noChangeAspect="1"/>
          </p:cNvPicPr>
          <p:nvPr/>
        </p:nvPicPr>
        <p:blipFill>
          <a:blip r:embed="rId10"/>
          <a:stretch>
            <a:fillRect/>
          </a:stretch>
        </p:blipFill>
        <p:spPr>
          <a:xfrm>
            <a:off x="3263900" y="4622800"/>
            <a:ext cx="914400" cy="774700"/>
          </a:xfrm>
          <a:prstGeom prst="rect">
            <a:avLst/>
          </a:prstGeom>
        </p:spPr>
      </p:pic>
      <p:pic>
        <p:nvPicPr>
          <p:cNvPr id="16" name="Picture 16"/>
          <p:cNvPicPr>
            <a:picLocks noChangeAspect="1"/>
          </p:cNvPicPr>
          <p:nvPr/>
        </p:nvPicPr>
        <p:blipFill>
          <a:blip r:embed="rId11"/>
          <a:stretch>
            <a:fillRect/>
          </a:stretch>
        </p:blipFill>
        <p:spPr>
          <a:xfrm rot="2700000">
            <a:off x="4140200" y="4013200"/>
            <a:ext cx="622300" cy="622300"/>
          </a:xfrm>
          <a:prstGeom prst="rect">
            <a:avLst/>
          </a:prstGeom>
        </p:spPr>
      </p:pic>
      <p:pic>
        <p:nvPicPr>
          <p:cNvPr id="17" name="Picture 17"/>
          <p:cNvPicPr>
            <a:picLocks noChangeAspect="1"/>
          </p:cNvPicPr>
          <p:nvPr/>
        </p:nvPicPr>
        <p:blipFill>
          <a:blip r:embed="rId12"/>
          <a:stretch>
            <a:fillRect/>
          </a:stretch>
        </p:blipFill>
        <p:spPr>
          <a:xfrm>
            <a:off x="4000500" y="4051300"/>
            <a:ext cx="1511300" cy="1511300"/>
          </a:xfrm>
          <a:prstGeom prst="rect">
            <a:avLst/>
          </a:prstGeom>
        </p:spPr>
      </p:pic>
      <p:pic>
        <p:nvPicPr>
          <p:cNvPr id="18" name="Picture 18"/>
          <p:cNvPicPr>
            <a:picLocks noChangeAspect="1"/>
          </p:cNvPicPr>
          <p:nvPr/>
        </p:nvPicPr>
        <p:blipFill>
          <a:blip r:embed="rId13"/>
          <a:stretch>
            <a:fillRect/>
          </a:stretch>
        </p:blipFill>
        <p:spPr>
          <a:xfrm>
            <a:off x="1473200" y="6565900"/>
            <a:ext cx="5651500" cy="2501900"/>
          </a:xfrm>
          <a:prstGeom prst="rect">
            <a:avLst/>
          </a:prstGeom>
        </p:spPr>
      </p:pic>
      <p:pic>
        <p:nvPicPr>
          <p:cNvPr id="19" name="Picture 19"/>
          <p:cNvPicPr>
            <a:picLocks noChangeAspect="1"/>
          </p:cNvPicPr>
          <p:nvPr/>
        </p:nvPicPr>
        <p:blipFill>
          <a:blip r:embed="rId14"/>
          <a:stretch>
            <a:fillRect/>
          </a:stretch>
        </p:blipFill>
        <p:spPr>
          <a:xfrm rot="8100000">
            <a:off x="4191000" y="3149600"/>
            <a:ext cx="228600" cy="228600"/>
          </a:xfrm>
          <a:prstGeom prst="rect">
            <a:avLst/>
          </a:prstGeom>
        </p:spPr>
      </p:pic>
      <p:pic>
        <p:nvPicPr>
          <p:cNvPr id="20" name="Picture 20"/>
          <p:cNvPicPr>
            <a:picLocks noChangeAspect="1"/>
          </p:cNvPicPr>
          <p:nvPr/>
        </p:nvPicPr>
        <p:blipFill>
          <a:blip r:embed="rId14"/>
          <a:stretch>
            <a:fillRect/>
          </a:stretch>
        </p:blipFill>
        <p:spPr>
          <a:xfrm rot="8100000">
            <a:off x="4191000" y="5943600"/>
            <a:ext cx="228600" cy="228600"/>
          </a:xfrm>
          <a:prstGeom prst="rect">
            <a:avLst/>
          </a:prstGeom>
        </p:spPr>
      </p:pic>
      <p:sp>
        <p:nvSpPr>
          <p:cNvPr id="21" name="TextBox 21"/>
          <p:cNvSpPr txBox="1"/>
          <p:nvPr/>
        </p:nvSpPr>
        <p:spPr>
          <a:xfrm>
            <a:off x="9829800" y="1663700"/>
            <a:ext cx="7658100" cy="4470400"/>
          </a:xfrm>
          <a:prstGeom prst="rect">
            <a:avLst/>
          </a:prstGeom>
        </p:spPr>
        <p:txBody>
          <a:bodyPr lIns="0" tIns="0" rIns="0" bIns="0" rtlCol="0" anchor="t"/>
          <a:lstStyle/>
          <a:p>
            <a:pPr lvl="0" algn="l">
              <a:lnSpc>
                <a:spcPct val="83000"/>
              </a:lnSpc>
            </a:pPr>
            <a:r>
              <a:rPr lang="en-US" sz="8000" b="0" i="0" u="none" strike="noStrike" dirty="0">
                <a:solidFill>
                  <a:srgbClr val="000000"/>
                </a:solidFill>
                <a:latin typeface="Anek Tamil Expanded Regular"/>
              </a:rPr>
              <a:t>Design Philosophy</a:t>
            </a:r>
            <a:endParaRPr lang="en-US" sz="8000" b="0" i="0" u="none" strike="noStrike" dirty="0">
              <a:solidFill>
                <a:srgbClr val="000000"/>
              </a:solidFill>
              <a:latin typeface="Anek Tamil Expanded Regular"/>
            </a:endParaRPr>
          </a:p>
          <a:p>
            <a:pPr lvl="0" algn="l">
              <a:lnSpc>
                <a:spcPct val="83000"/>
              </a:lnSpc>
            </a:pPr>
            <a:r>
              <a:rPr lang="en-US" sz="8000" b="0" i="0" u="none" strike="noStrike" dirty="0">
                <a:solidFill>
                  <a:srgbClr val="000000"/>
                </a:solidFill>
                <a:latin typeface="Anek Tamil Expanded Regular"/>
              </a:rPr>
              <a:t>&amp; Creative Process</a:t>
            </a:r>
            <a:endParaRPr lang="en-US" sz="8000" b="0" i="0" u="none" strike="noStrike" dirty="0">
              <a:solidFill>
                <a:srgbClr val="000000"/>
              </a:solidFill>
              <a:latin typeface="Anek Tamil Expanded Regular"/>
            </a:endParaRPr>
          </a:p>
        </p:txBody>
      </p:sp>
      <p:sp>
        <p:nvSpPr>
          <p:cNvPr id="22" name="TextBox 22"/>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23" name="TextBox 23"/>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dirty="0">
                <a:solidFill>
                  <a:srgbClr val="000000"/>
                </a:solidFill>
                <a:latin typeface="Anek Tamil Expanded SemiBold"/>
              </a:rPr>
              <a:t>2025 Article </a:t>
            </a:r>
            <a:r>
              <a:rPr lang="en-US" sz="1500" b="0" i="0" u="none" strike="noStrike" dirty="0">
                <a:solidFill>
                  <a:srgbClr val="000000"/>
                </a:solidFill>
                <a:latin typeface="Anek Tamil Expanded Light"/>
              </a:rPr>
              <a:t>// Issue no. 012 // GRPHC DSGN</a:t>
            </a:r>
            <a:r>
              <a:rPr lang="en-US" sz="1500" b="0" i="0" u="none" strike="noStrike" dirty="0">
                <a:solidFill>
                  <a:srgbClr val="000000"/>
                </a:solidFill>
                <a:latin typeface="Anek Tamil Expanded SemiBold"/>
              </a:rPr>
              <a:t> </a:t>
            </a:r>
            <a:endParaRPr lang="en-US" sz="1500" b="0" i="0" u="none" strike="noStrike" dirty="0">
              <a:solidFill>
                <a:srgbClr val="000000"/>
              </a:solidFill>
              <a:latin typeface="Anek Tamil Expanded SemiBold"/>
            </a:endParaRPr>
          </a:p>
        </p:txBody>
      </p:sp>
      <p:sp>
        <p:nvSpPr>
          <p:cNvPr id="24" name="TextBox 24"/>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05</a:t>
            </a:r>
            <a:endParaRPr lang="en-US" sz="1600" b="0" i="0" u="none" strike="noStrike" dirty="0">
              <a:solidFill>
                <a:srgbClr val="000000"/>
              </a:solidFill>
              <a:latin typeface="Anek Tamil Expanded SemiBold"/>
            </a:endParaRPr>
          </a:p>
        </p:txBody>
      </p:sp>
      <p:sp>
        <p:nvSpPr>
          <p:cNvPr id="25" name="TextBox 25"/>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Design Philosophy</a:t>
            </a:r>
            <a:endParaRPr lang="en-US" sz="1500" b="0" i="0" u="none" strike="noStrike">
              <a:solidFill>
                <a:srgbClr val="000000"/>
              </a:solidFill>
              <a:latin typeface="Anek Tamil Expanded Regular"/>
            </a:endParaRPr>
          </a:p>
        </p:txBody>
      </p:sp>
      <p:sp>
        <p:nvSpPr>
          <p:cNvPr id="26" name="TextBox 26"/>
          <p:cNvSpPr txBox="1"/>
          <p:nvPr/>
        </p:nvSpPr>
        <p:spPr>
          <a:xfrm>
            <a:off x="9906000" y="6578600"/>
            <a:ext cx="6667500" cy="2514600"/>
          </a:xfrm>
          <a:prstGeom prst="rect">
            <a:avLst/>
          </a:prstGeom>
        </p:spPr>
        <p:txBody>
          <a:bodyPr lIns="0" tIns="0" rIns="0" bIns="0" rtlCol="0" anchor="t"/>
          <a:lstStyle/>
          <a:p>
            <a:pPr lvl="0" algn="l">
              <a:lnSpc>
                <a:spcPct val="100000"/>
              </a:lnSpc>
            </a:pPr>
            <a:r>
              <a:rPr lang="en-US" sz="1800" b="0" i="0" u="none" strike="noStrike">
                <a:solidFill>
                  <a:srgbClr val="000000"/>
                </a:solidFill>
                <a:latin typeface="Montserrat Regular"/>
              </a:rPr>
              <a:t>Nam tempor finibus lorem, nec varius arcu convallis sed. Nunc id orci a neque vehicula malesuada. Donec vehicula libero vel leo convallis, nec tincidunt tincidunt Maecenas euismod tristique leo, vel malesuada ligula malesuada sed magna elit.</a:t>
            </a:r>
            <a:endParaRPr lang="en-US" sz="1800" b="0" i="0" u="none" strike="noStrike">
              <a:solidFill>
                <a:srgbClr val="000000"/>
              </a:solidFill>
              <a:latin typeface="Montserrat Regular"/>
            </a:endParaRPr>
          </a:p>
          <a:p>
            <a:pPr lvl="0" algn="l">
              <a:lnSpc>
                <a:spcPct val="100000"/>
              </a:lnSpc>
            </a:pPr>
            <a:endParaRPr lang="en-US" sz="1800" b="0" i="0" u="none" strike="noStrike">
              <a:solidFill>
                <a:srgbClr val="000000"/>
              </a:solidFill>
              <a:latin typeface="Montserrat Regular"/>
            </a:endParaRPr>
          </a:p>
          <a:p>
            <a:pPr lvl="0" algn="l">
              <a:lnSpc>
                <a:spcPct val="100000"/>
              </a:lnSpc>
            </a:pPr>
            <a:r>
              <a:rPr lang="en-US" sz="1800" b="0" i="0" u="none" strike="noStrike">
                <a:solidFill>
                  <a:srgbClr val="000000"/>
                </a:solidFill>
                <a:latin typeface="Montserrat Regular"/>
              </a:rPr>
              <a:t>Nullam vehicula magna sit amet magna ullamcorper elit dictum est gravida. Morbi nec magna at quam neque ac malesuada accumsan suspendisse potenti.</a:t>
            </a:r>
            <a:endParaRPr lang="en-US" sz="1800" b="0" i="0" u="none" strike="noStrike">
              <a:solidFill>
                <a:srgbClr val="000000"/>
              </a:solidFill>
              <a:latin typeface="Montserrat Regul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4"/>
          <p:cNvPicPr>
            <a:picLocks noChangeAspect="1"/>
          </p:cNvPicPr>
          <p:nvPr/>
        </p:nvPicPr>
        <p:blipFill>
          <a:blip r:embed="rId1">
            <a:alphaModFix amt="70000"/>
          </a:blip>
          <a:stretch>
            <a:fillRect/>
          </a:stretch>
        </p:blipFill>
        <p:spPr>
          <a:xfrm rot="10800000" flipH="1">
            <a:off x="-30480" y="901700"/>
            <a:ext cx="22280880" cy="9385300"/>
          </a:xfrm>
          <a:prstGeom prst="rect">
            <a:avLst/>
          </a:prstGeom>
        </p:spPr>
      </p:pic>
      <p:pic>
        <p:nvPicPr>
          <p:cNvPr id="3" name="Picture 3"/>
          <p:cNvPicPr>
            <a:picLocks noChangeAspect="1"/>
          </p:cNvPicPr>
          <p:nvPr/>
        </p:nvPicPr>
        <p:blipFill>
          <a:blip r:embed="rId2"/>
          <a:stretch>
            <a:fillRect/>
          </a:stretch>
        </p:blipFill>
        <p:spPr>
          <a:xfrm>
            <a:off x="508000" y="482600"/>
            <a:ext cx="17259300" cy="25400"/>
          </a:xfrm>
          <a:prstGeom prst="rect">
            <a:avLst/>
          </a:prstGeom>
        </p:spPr>
      </p:pic>
      <p:pic>
        <p:nvPicPr>
          <p:cNvPr id="4" name="Picture 4"/>
          <p:cNvPicPr>
            <a:picLocks noChangeAspect="1"/>
          </p:cNvPicPr>
          <p:nvPr/>
        </p:nvPicPr>
        <p:blipFill>
          <a:blip r:embed="rId2"/>
          <a:stretch>
            <a:fillRect/>
          </a:stretch>
        </p:blipFill>
        <p:spPr>
          <a:xfrm>
            <a:off x="508000" y="927100"/>
            <a:ext cx="17259300" cy="25400"/>
          </a:xfrm>
          <a:prstGeom prst="rect">
            <a:avLst/>
          </a:prstGeom>
        </p:spPr>
      </p:pic>
      <p:pic>
        <p:nvPicPr>
          <p:cNvPr id="5" name="Picture 5"/>
          <p:cNvPicPr>
            <a:picLocks noChangeAspect="1"/>
          </p:cNvPicPr>
          <p:nvPr/>
        </p:nvPicPr>
        <p:blipFill>
          <a:blip r:embed="rId3"/>
          <a:stretch>
            <a:fillRect/>
          </a:stretch>
        </p:blipFill>
        <p:spPr>
          <a:xfrm rot="5400000">
            <a:off x="2654300" y="698500"/>
            <a:ext cx="431800" cy="25400"/>
          </a:xfrm>
          <a:prstGeom prst="rect">
            <a:avLst/>
          </a:prstGeom>
        </p:spPr>
      </p:pic>
      <p:pic>
        <p:nvPicPr>
          <p:cNvPr id="6" name="Picture 6"/>
          <p:cNvPicPr>
            <a:picLocks noChangeAspect="1"/>
          </p:cNvPicPr>
          <p:nvPr/>
        </p:nvPicPr>
        <p:blipFill>
          <a:blip r:embed="rId3"/>
          <a:stretch>
            <a:fillRect/>
          </a:stretch>
        </p:blipFill>
        <p:spPr>
          <a:xfrm rot="5400000">
            <a:off x="8242300" y="698500"/>
            <a:ext cx="431800" cy="25400"/>
          </a:xfrm>
          <a:prstGeom prst="rect">
            <a:avLst/>
          </a:prstGeom>
        </p:spPr>
      </p:pic>
      <p:pic>
        <p:nvPicPr>
          <p:cNvPr id="7" name="Picture 7"/>
          <p:cNvPicPr>
            <a:picLocks noChangeAspect="1"/>
          </p:cNvPicPr>
          <p:nvPr/>
        </p:nvPicPr>
        <p:blipFill>
          <a:blip r:embed="rId3"/>
          <a:stretch>
            <a:fillRect/>
          </a:stretch>
        </p:blipFill>
        <p:spPr>
          <a:xfrm rot="5400000">
            <a:off x="16319500" y="698500"/>
            <a:ext cx="431800" cy="25400"/>
          </a:xfrm>
          <a:prstGeom prst="rect">
            <a:avLst/>
          </a:prstGeom>
        </p:spPr>
      </p:pic>
      <p:grpSp>
        <p:nvGrpSpPr>
          <p:cNvPr id="12" name="Group 12"/>
          <p:cNvGrpSpPr/>
          <p:nvPr/>
        </p:nvGrpSpPr>
        <p:grpSpPr>
          <a:xfrm>
            <a:off x="2147483647" y="2147483647"/>
            <a:ext cx="2147011200" cy="2147011200"/>
            <a:chOff x="0" y="0"/>
            <a:chExt cx="0" cy="0"/>
          </a:xfrm>
        </p:grpSpPr>
      </p:grpSp>
      <p:sp>
        <p:nvSpPr>
          <p:cNvPr id="22" name="TextBox 22"/>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23" name="TextBox 23"/>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dirty="0">
                <a:solidFill>
                  <a:srgbClr val="000000"/>
                </a:solidFill>
                <a:latin typeface="Anek Tamil Expanded SemiBold"/>
              </a:rPr>
              <a:t>2025 Article </a:t>
            </a:r>
            <a:r>
              <a:rPr lang="en-US" sz="1500" b="0" i="0" u="none" strike="noStrike" dirty="0">
                <a:solidFill>
                  <a:srgbClr val="000000"/>
                </a:solidFill>
                <a:latin typeface="Anek Tamil Expanded Light"/>
              </a:rPr>
              <a:t>// Issue no. 012 // GRPHC DSGN</a:t>
            </a:r>
            <a:r>
              <a:rPr lang="en-US" sz="1500" b="0" i="0" u="none" strike="noStrike" dirty="0">
                <a:solidFill>
                  <a:srgbClr val="000000"/>
                </a:solidFill>
                <a:latin typeface="Anek Tamil Expanded SemiBold"/>
              </a:rPr>
              <a:t> </a:t>
            </a:r>
            <a:endParaRPr lang="en-US" sz="1500" b="0" i="0" u="none" strike="noStrike" dirty="0">
              <a:solidFill>
                <a:srgbClr val="000000"/>
              </a:solidFill>
              <a:latin typeface="Anek Tamil Expanded SemiBold"/>
            </a:endParaRPr>
          </a:p>
        </p:txBody>
      </p:sp>
      <p:sp>
        <p:nvSpPr>
          <p:cNvPr id="24" name="TextBox 24"/>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06</a:t>
            </a:r>
            <a:endParaRPr lang="en-US" sz="1600" b="0" i="0" u="none" strike="noStrike" dirty="0">
              <a:solidFill>
                <a:srgbClr val="000000"/>
              </a:solidFill>
              <a:latin typeface="Anek Tamil Expanded SemiBold"/>
            </a:endParaRPr>
          </a:p>
        </p:txBody>
      </p:sp>
      <p:sp>
        <p:nvSpPr>
          <p:cNvPr id="25" name="TextBox 25"/>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Design Philosophy</a:t>
            </a:r>
            <a:endParaRPr lang="en-US" sz="1500" b="0" i="0" u="none" strike="noStrike">
              <a:solidFill>
                <a:srgbClr val="000000"/>
              </a:solidFill>
              <a:latin typeface="Anek Tamil Expanded Regular"/>
            </a:endParaRPr>
          </a:p>
        </p:txBody>
      </p:sp>
      <p:grpSp>
        <p:nvGrpSpPr>
          <p:cNvPr id="27" name="组合 26"/>
          <p:cNvGrpSpPr/>
          <p:nvPr/>
        </p:nvGrpSpPr>
        <p:grpSpPr>
          <a:xfrm>
            <a:off x="1028700" y="3695700"/>
            <a:ext cx="16230600" cy="1924050"/>
            <a:chOff x="1028700" y="2781300"/>
            <a:chExt cx="16230600" cy="1924050"/>
          </a:xfrm>
        </p:grpSpPr>
        <p:sp>
          <p:nvSpPr>
            <p:cNvPr id="28" name="TextBox 3"/>
            <p:cNvSpPr txBox="1"/>
            <p:nvPr/>
          </p:nvSpPr>
          <p:spPr>
            <a:xfrm>
              <a:off x="1028700" y="2781300"/>
              <a:ext cx="16230600" cy="1354217"/>
            </a:xfrm>
            <a:prstGeom prst="rect">
              <a:avLst/>
            </a:prstGeom>
          </p:spPr>
          <p:txBody>
            <a:bodyPr lIns="0" tIns="0" rIns="0" bIns="0" rtlCol="0" anchor="t">
              <a:spAutoFit/>
            </a:bodyPr>
            <a:lstStyle/>
            <a:p>
              <a:pPr algn="ctr"/>
              <a:r>
                <a:rPr lang="en-US" sz="8800" dirty="0">
                  <a:solidFill>
                    <a:srgbClr val="000000"/>
                  </a:solidFill>
                  <a:latin typeface="Anek Tamil Expanded Regular"/>
                  <a:sym typeface="Source Serif Pro"/>
                </a:rPr>
                <a:t>WHAT IS DIVERSITY?</a:t>
              </a:r>
              <a:endParaRPr lang="en-US" sz="8800" dirty="0">
                <a:solidFill>
                  <a:srgbClr val="000000"/>
                </a:solidFill>
                <a:latin typeface="Anek Tamil Expanded Regular"/>
                <a:sym typeface="Source Serif Pro"/>
              </a:endParaRPr>
            </a:p>
          </p:txBody>
        </p:sp>
        <p:sp>
          <p:nvSpPr>
            <p:cNvPr id="29" name="TextBox 7"/>
            <p:cNvSpPr txBox="1"/>
            <p:nvPr/>
          </p:nvSpPr>
          <p:spPr>
            <a:xfrm>
              <a:off x="2705100" y="4274463"/>
              <a:ext cx="12877800" cy="430887"/>
            </a:xfrm>
            <a:prstGeom prst="rect">
              <a:avLst/>
            </a:prstGeom>
          </p:spPr>
          <p:txBody>
            <a:bodyPr wrap="square" lIns="0" tIns="0" rIns="0" bIns="0" rtlCol="0" anchor="t">
              <a:spAutoFit/>
            </a:bodyPr>
            <a:lstStyle/>
            <a:p>
              <a:pPr algn="ctr">
                <a:lnSpc>
                  <a:spcPct val="100000"/>
                </a:lnSpc>
              </a:pPr>
              <a:r>
                <a:rPr lang="en-US" sz="2800" dirty="0">
                  <a:solidFill>
                    <a:srgbClr val="000000"/>
                  </a:solidFill>
                  <a:latin typeface="Montserrat Regular"/>
                  <a:sym typeface="Lato"/>
                </a:rPr>
                <a:t>Practicing workplace diversity starts with understanding the subject</a:t>
              </a:r>
              <a:endParaRPr lang="en-US" sz="2800" dirty="0">
                <a:solidFill>
                  <a:srgbClr val="000000"/>
                </a:solidFill>
                <a:latin typeface="Montserrat Regular"/>
                <a:sym typeface="La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0000"/>
          </a:blip>
          <a:stretch>
            <a:fillRect/>
          </a:stretch>
        </p:blipFill>
        <p:spPr>
          <a:xfrm>
            <a:off x="0" y="-38100"/>
            <a:ext cx="11531600" cy="8648700"/>
          </a:xfrm>
          <a:prstGeom prst="rect">
            <a:avLst/>
          </a:prstGeom>
        </p:spPr>
      </p:pic>
      <p:pic>
        <p:nvPicPr>
          <p:cNvPr id="3" name="Picture 3"/>
          <p:cNvPicPr>
            <a:picLocks noChangeAspect="1"/>
          </p:cNvPicPr>
          <p:nvPr/>
        </p:nvPicPr>
        <p:blipFill>
          <a:blip r:embed="rId2"/>
          <a:stretch>
            <a:fillRect/>
          </a:stretch>
        </p:blipFill>
        <p:spPr>
          <a:xfrm>
            <a:off x="508000" y="927100"/>
            <a:ext cx="17259300" cy="25400"/>
          </a:xfrm>
          <a:prstGeom prst="rect">
            <a:avLst/>
          </a:prstGeom>
        </p:spPr>
      </p:pic>
      <p:pic>
        <p:nvPicPr>
          <p:cNvPr id="4" name="Picture 4"/>
          <p:cNvPicPr>
            <a:picLocks noChangeAspect="1"/>
          </p:cNvPicPr>
          <p:nvPr/>
        </p:nvPicPr>
        <p:blipFill>
          <a:blip r:embed="rId2"/>
          <a:stretch>
            <a:fillRect/>
          </a:stretch>
        </p:blipFill>
        <p:spPr>
          <a:xfrm>
            <a:off x="508000" y="482600"/>
            <a:ext cx="17259300" cy="25400"/>
          </a:xfrm>
          <a:prstGeom prst="rect">
            <a:avLst/>
          </a:prstGeom>
        </p:spPr>
      </p:pic>
      <p:pic>
        <p:nvPicPr>
          <p:cNvPr id="5" name="Picture 5"/>
          <p:cNvPicPr>
            <a:picLocks noChangeAspect="1"/>
          </p:cNvPicPr>
          <p:nvPr/>
        </p:nvPicPr>
        <p:blipFill>
          <a:blip r:embed="rId3"/>
          <a:stretch>
            <a:fillRect/>
          </a:stretch>
        </p:blipFill>
        <p:spPr>
          <a:xfrm rot="5400000">
            <a:off x="2654300" y="698500"/>
            <a:ext cx="431800" cy="25400"/>
          </a:xfrm>
          <a:prstGeom prst="rect">
            <a:avLst/>
          </a:prstGeom>
        </p:spPr>
      </p:pic>
      <p:pic>
        <p:nvPicPr>
          <p:cNvPr id="6" name="Picture 6"/>
          <p:cNvPicPr>
            <a:picLocks noChangeAspect="1"/>
          </p:cNvPicPr>
          <p:nvPr/>
        </p:nvPicPr>
        <p:blipFill>
          <a:blip r:embed="rId4"/>
          <a:stretch>
            <a:fillRect/>
          </a:stretch>
        </p:blipFill>
        <p:spPr>
          <a:xfrm>
            <a:off x="6311900" y="4991100"/>
            <a:ext cx="5664200" cy="3581400"/>
          </a:xfrm>
          <a:prstGeom prst="rect">
            <a:avLst/>
          </a:prstGeom>
        </p:spPr>
      </p:pic>
      <p:pic>
        <p:nvPicPr>
          <p:cNvPr id="7" name="Picture 7"/>
          <p:cNvPicPr>
            <a:picLocks noChangeAspect="1"/>
          </p:cNvPicPr>
          <p:nvPr/>
        </p:nvPicPr>
        <p:blipFill>
          <a:blip r:embed="rId5"/>
          <a:stretch>
            <a:fillRect/>
          </a:stretch>
        </p:blipFill>
        <p:spPr>
          <a:xfrm>
            <a:off x="12115800" y="4991100"/>
            <a:ext cx="5664200" cy="3581400"/>
          </a:xfrm>
          <a:prstGeom prst="rect">
            <a:avLst/>
          </a:prstGeom>
        </p:spPr>
      </p:pic>
      <p:pic>
        <p:nvPicPr>
          <p:cNvPr id="8" name="Picture 8"/>
          <p:cNvPicPr>
            <a:picLocks noChangeAspect="1"/>
          </p:cNvPicPr>
          <p:nvPr/>
        </p:nvPicPr>
        <p:blipFill>
          <a:blip r:embed="rId3"/>
          <a:stretch>
            <a:fillRect/>
          </a:stretch>
        </p:blipFill>
        <p:spPr>
          <a:xfrm rot="5400000">
            <a:off x="8242300" y="698500"/>
            <a:ext cx="431800" cy="25400"/>
          </a:xfrm>
          <a:prstGeom prst="rect">
            <a:avLst/>
          </a:prstGeom>
        </p:spPr>
      </p:pic>
      <p:pic>
        <p:nvPicPr>
          <p:cNvPr id="9" name="Picture 9"/>
          <p:cNvPicPr>
            <a:picLocks noChangeAspect="1"/>
          </p:cNvPicPr>
          <p:nvPr/>
        </p:nvPicPr>
        <p:blipFill>
          <a:blip r:embed="rId3"/>
          <a:stretch>
            <a:fillRect/>
          </a:stretch>
        </p:blipFill>
        <p:spPr>
          <a:xfrm rot="5400000">
            <a:off x="16319500" y="698500"/>
            <a:ext cx="431800" cy="25400"/>
          </a:xfrm>
          <a:prstGeom prst="rect">
            <a:avLst/>
          </a:prstGeom>
        </p:spPr>
      </p:pic>
      <p:pic>
        <p:nvPicPr>
          <p:cNvPr id="10" name="Picture 10"/>
          <p:cNvPicPr>
            <a:picLocks noChangeAspect="1"/>
          </p:cNvPicPr>
          <p:nvPr/>
        </p:nvPicPr>
        <p:blipFill>
          <a:blip r:embed="rId6"/>
          <a:stretch>
            <a:fillRect/>
          </a:stretch>
        </p:blipFill>
        <p:spPr>
          <a:xfrm>
            <a:off x="508000" y="4991100"/>
            <a:ext cx="5664200" cy="3581400"/>
          </a:xfrm>
          <a:prstGeom prst="rect">
            <a:avLst/>
          </a:prstGeom>
        </p:spPr>
      </p:pic>
      <p:sp>
        <p:nvSpPr>
          <p:cNvPr id="11" name="TextBox 11"/>
          <p:cNvSpPr txBox="1"/>
          <p:nvPr/>
        </p:nvSpPr>
        <p:spPr>
          <a:xfrm>
            <a:off x="508000" y="1282700"/>
            <a:ext cx="6527800" cy="3454400"/>
          </a:xfrm>
          <a:prstGeom prst="rect">
            <a:avLst/>
          </a:prstGeom>
        </p:spPr>
        <p:txBody>
          <a:bodyPr lIns="0" tIns="0" rIns="0" bIns="0" rtlCol="0" anchor="t"/>
          <a:lstStyle/>
          <a:p>
            <a:pPr lvl="0" algn="l">
              <a:lnSpc>
                <a:spcPct val="83000"/>
              </a:lnSpc>
            </a:pPr>
            <a:r>
              <a:rPr lang="en-US" sz="8000" b="0" i="0" u="none" strike="noStrike" dirty="0">
                <a:solidFill>
                  <a:srgbClr val="000000"/>
                </a:solidFill>
                <a:latin typeface="Anek Tamil Expanded Regular"/>
              </a:rPr>
              <a:t>Signature Projects &amp; Works</a:t>
            </a:r>
            <a:endParaRPr lang="en-US" sz="8000" b="0" i="0" u="none" strike="noStrike" dirty="0">
              <a:solidFill>
                <a:srgbClr val="000000"/>
              </a:solidFill>
              <a:latin typeface="Anek Tamil Expanded Regular"/>
            </a:endParaRPr>
          </a:p>
        </p:txBody>
      </p:sp>
      <p:sp>
        <p:nvSpPr>
          <p:cNvPr id="12" name="TextBox 12"/>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3" name="TextBox 13"/>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4" name="TextBox 14"/>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07</a:t>
            </a:r>
            <a:endParaRPr lang="en-US" sz="1600" b="0" i="0" u="none" strike="noStrike" dirty="0">
              <a:solidFill>
                <a:srgbClr val="000000"/>
              </a:solidFill>
              <a:latin typeface="Anek Tamil Expanded SemiBold"/>
            </a:endParaRPr>
          </a:p>
        </p:txBody>
      </p:sp>
      <p:sp>
        <p:nvSpPr>
          <p:cNvPr id="15" name="TextBox 15"/>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Signature Projects</a:t>
            </a:r>
            <a:endParaRPr lang="en-US" sz="1500" b="0" i="0" u="none" strike="noStrike">
              <a:solidFill>
                <a:srgbClr val="000000"/>
              </a:solidFill>
              <a:latin typeface="Anek Tamil Expanded Regular"/>
            </a:endParaRPr>
          </a:p>
        </p:txBody>
      </p:sp>
      <p:sp>
        <p:nvSpPr>
          <p:cNvPr id="16" name="TextBox 16"/>
          <p:cNvSpPr txBox="1"/>
          <p:nvPr/>
        </p:nvSpPr>
        <p:spPr>
          <a:xfrm>
            <a:off x="8445500" y="1790700"/>
            <a:ext cx="9372600" cy="2514600"/>
          </a:xfrm>
          <a:prstGeom prst="rect">
            <a:avLst/>
          </a:prstGeom>
        </p:spPr>
        <p:txBody>
          <a:bodyPr lIns="0" tIns="0" rIns="0" bIns="0" rtlCol="0" anchor="t"/>
          <a:lstStyle/>
          <a:p>
            <a:pPr lvl="0" algn="l">
              <a:lnSpc>
                <a:spcPct val="100000"/>
              </a:lnSpc>
            </a:pPr>
            <a:r>
              <a:rPr lang="en-US" sz="1800" b="0" i="0" u="none" strike="noStrike" dirty="0" err="1">
                <a:solidFill>
                  <a:srgbClr val="000000"/>
                </a:solidFill>
                <a:latin typeface="Montserrat Regular"/>
              </a:rPr>
              <a:t>Phasellus</a:t>
            </a:r>
            <a:r>
              <a:rPr lang="en-US" sz="1800" b="0" i="0" u="none" strike="noStrike" dirty="0">
                <a:solidFill>
                  <a:srgbClr val="000000"/>
                </a:solidFill>
                <a:latin typeface="Montserrat Regular"/>
              </a:rPr>
              <a:t> ac eros at </a:t>
            </a:r>
            <a:r>
              <a:rPr lang="en-US" sz="1800" b="0" i="0" u="none" strike="noStrike" dirty="0" err="1">
                <a:solidFill>
                  <a:srgbClr val="000000"/>
                </a:solidFill>
                <a:latin typeface="Montserrat Regular"/>
              </a:rPr>
              <a:t>urna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condimentum</a:t>
            </a:r>
            <a:r>
              <a:rPr lang="en-US" sz="1800" b="0" i="0" u="none" strike="noStrike" dirty="0">
                <a:solidFill>
                  <a:srgbClr val="000000"/>
                </a:solidFill>
                <a:latin typeface="Montserrat Regular"/>
              </a:rPr>
              <a:t> lacinia. </a:t>
            </a:r>
            <a:r>
              <a:rPr lang="en-US" sz="1800" b="0" i="0" u="none" strike="noStrike" dirty="0" err="1">
                <a:solidFill>
                  <a:srgbClr val="000000"/>
                </a:solidFill>
                <a:latin typeface="Montserrat Regular"/>
              </a:rPr>
              <a:t>Pellentesque</a:t>
            </a:r>
            <a:r>
              <a:rPr lang="en-US" sz="1800" b="0" i="0" u="none" strike="noStrike" dirty="0">
                <a:solidFill>
                  <a:srgbClr val="000000"/>
                </a:solidFill>
                <a:latin typeface="Montserrat Regular"/>
              </a:rPr>
              <a:t> habitant </a:t>
            </a:r>
            <a:r>
              <a:rPr lang="en-US" sz="1800" b="0" i="0" u="none" strike="noStrike" dirty="0" err="1">
                <a:solidFill>
                  <a:srgbClr val="000000"/>
                </a:solidFill>
                <a:latin typeface="Montserrat Regular"/>
              </a:rPr>
              <a:t>morbi</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tristique</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senectus</a:t>
            </a:r>
            <a:r>
              <a:rPr lang="en-US" sz="1800" b="0" i="0" u="none" strike="noStrike" dirty="0">
                <a:solidFill>
                  <a:srgbClr val="000000"/>
                </a:solidFill>
                <a:latin typeface="Montserrat Regular"/>
              </a:rPr>
              <a:t> et </a:t>
            </a:r>
            <a:r>
              <a:rPr lang="en-US" sz="1800" b="0" i="0" u="none" strike="noStrike" dirty="0" err="1">
                <a:solidFill>
                  <a:srgbClr val="000000"/>
                </a:solidFill>
                <a:latin typeface="Montserrat Regular"/>
              </a:rPr>
              <a:t>netus</a:t>
            </a:r>
            <a:r>
              <a:rPr lang="en-US" sz="1800" b="0" i="0" u="none" strike="noStrike" dirty="0">
                <a:solidFill>
                  <a:srgbClr val="000000"/>
                </a:solidFill>
                <a:latin typeface="Montserrat Regular"/>
              </a:rPr>
              <a:t> et </a:t>
            </a:r>
            <a:r>
              <a:rPr lang="en-US" sz="1800" b="0" i="0" u="none" strike="noStrike" dirty="0" err="1">
                <a:solidFill>
                  <a:srgbClr val="000000"/>
                </a:solidFill>
                <a:latin typeface="Montserrat Regular"/>
              </a:rPr>
              <a:t>malesuada</a:t>
            </a:r>
            <a:r>
              <a:rPr lang="en-US" sz="1800" b="0" i="0" u="none" strike="noStrike" dirty="0">
                <a:solidFill>
                  <a:srgbClr val="000000"/>
                </a:solidFill>
                <a:latin typeface="Montserrat Regular"/>
              </a:rPr>
              <a:t> fames ac </a:t>
            </a:r>
            <a:r>
              <a:rPr lang="en-US" sz="1800" b="0" i="0" u="none" strike="noStrike" dirty="0" err="1">
                <a:solidFill>
                  <a:srgbClr val="000000"/>
                </a:solidFill>
                <a:latin typeface="Montserrat Regular"/>
              </a:rPr>
              <a:t>turpis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egestas</a:t>
            </a:r>
            <a:r>
              <a:rPr lang="en-US" sz="1800" b="0" i="0" u="none" strike="noStrike" dirty="0">
                <a:solidFill>
                  <a:srgbClr val="000000"/>
                </a:solidFill>
                <a:latin typeface="Montserrat Regular"/>
              </a:rPr>
              <a:t>. Sed </a:t>
            </a:r>
            <a:r>
              <a:rPr lang="en-US" sz="1800" b="0" i="0" u="none" strike="noStrike" dirty="0" err="1">
                <a:solidFill>
                  <a:srgbClr val="000000"/>
                </a:solidFill>
                <a:latin typeface="Montserrat Regular"/>
              </a:rPr>
              <a:t>bibendum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sapien</a:t>
            </a:r>
            <a:r>
              <a:rPr lang="en-US" sz="1800" b="0" i="0" u="none" strike="noStrike" dirty="0">
                <a:solidFill>
                  <a:srgbClr val="000000"/>
                </a:solidFill>
                <a:latin typeface="Montserrat Regular"/>
              </a:rPr>
              <a:t> a </a:t>
            </a:r>
            <a:r>
              <a:rPr lang="en-US" sz="1800" b="0" i="0" u="none" strike="noStrike" dirty="0" err="1">
                <a:solidFill>
                  <a:srgbClr val="000000"/>
                </a:solidFill>
                <a:latin typeface="Montserrat Regular"/>
              </a:rPr>
              <a:t>venenatis</a:t>
            </a:r>
            <a:r>
              <a:rPr lang="en-US" sz="1800" b="0" i="0" u="none" strike="noStrike" dirty="0">
                <a:solidFill>
                  <a:srgbClr val="000000"/>
                </a:solidFill>
                <a:latin typeface="Montserrat Regular"/>
              </a:rPr>
              <a:t> fermentum, </a:t>
            </a:r>
            <a:r>
              <a:rPr lang="en-US" sz="1800" b="0" i="0" u="none" strike="noStrike" dirty="0" err="1">
                <a:solidFill>
                  <a:srgbClr val="000000"/>
                </a:solidFill>
                <a:latin typeface="Montserrat Regular"/>
              </a:rPr>
              <a:t>mauris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augue</a:t>
            </a:r>
            <a:r>
              <a:rPr lang="en-US" sz="1800" b="0" i="0" u="none" strike="noStrike" dirty="0">
                <a:solidFill>
                  <a:srgbClr val="000000"/>
                </a:solidFill>
                <a:latin typeface="Montserrat Regular"/>
              </a:rPr>
              <a:t> cursus </a:t>
            </a:r>
            <a:r>
              <a:rPr lang="en-US" sz="1800" b="0" i="0" u="none" strike="noStrike" dirty="0" err="1">
                <a:solidFill>
                  <a:srgbClr val="000000"/>
                </a:solidFill>
                <a:latin typeface="Montserrat Regular"/>
              </a:rPr>
              <a:t>turpis</a:t>
            </a:r>
            <a:r>
              <a:rPr lang="en-US" sz="1800" b="0" i="0" u="none" strike="noStrike" dirty="0">
                <a:solidFill>
                  <a:srgbClr val="000000"/>
                </a:solidFill>
                <a:latin typeface="Montserrat Regular"/>
              </a:rPr>
              <a:t>, vitae </a:t>
            </a:r>
            <a:r>
              <a:rPr lang="en-US" sz="1800" b="0" i="0" u="none" strike="noStrike" dirty="0" err="1">
                <a:solidFill>
                  <a:srgbClr val="000000"/>
                </a:solidFill>
                <a:latin typeface="Montserrat Regular"/>
              </a:rPr>
              <a:t>elementum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massa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orci</a:t>
            </a:r>
            <a:r>
              <a:rPr lang="en-US" sz="1800" b="0" i="0" u="none" strike="noStrike" dirty="0">
                <a:solidFill>
                  <a:srgbClr val="000000"/>
                </a:solidFill>
                <a:latin typeface="Montserrat Regular"/>
              </a:rPr>
              <a:t> sit </a:t>
            </a:r>
            <a:r>
              <a:rPr lang="en-US" sz="1800" b="0" i="0" u="none" strike="noStrike" dirty="0" err="1">
                <a:solidFill>
                  <a:srgbClr val="000000"/>
                </a:solidFill>
                <a:latin typeface="Montserrat Regular"/>
              </a:rPr>
              <a:t>amet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massa</a:t>
            </a:r>
            <a:r>
              <a:rPr lang="en-US" sz="1800" b="0" i="0" u="none" strike="noStrike" dirty="0">
                <a:solidFill>
                  <a:srgbClr val="000000"/>
                </a:solidFill>
                <a:latin typeface="Montserrat Regular"/>
              </a:rPr>
              <a:t>. In hac </a:t>
            </a:r>
            <a:r>
              <a:rPr lang="en-US" sz="1800" b="0" i="0" u="none" strike="noStrike" dirty="0" err="1">
                <a:solidFill>
                  <a:srgbClr val="000000"/>
                </a:solidFill>
                <a:latin typeface="Montserrat Regular"/>
              </a:rPr>
              <a:t>habitasse</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platea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dictumst</a:t>
            </a:r>
            <a:r>
              <a:rPr lang="en-US" sz="1800" b="0" i="0" u="none" strike="noStrike" dirty="0">
                <a:solidFill>
                  <a:srgbClr val="000000"/>
                </a:solidFill>
                <a:latin typeface="Montserrat Regular"/>
              </a:rPr>
              <a:t>.</a:t>
            </a:r>
            <a:endParaRPr lang="en-US" sz="1800" b="0" i="0" u="none" strike="noStrike" dirty="0">
              <a:solidFill>
                <a:srgbClr val="000000"/>
              </a:solidFill>
              <a:latin typeface="Montserrat Regular"/>
            </a:endParaRPr>
          </a:p>
          <a:p>
            <a:pPr lvl="0" algn="l">
              <a:lnSpc>
                <a:spcPct val="100000"/>
              </a:lnSpc>
            </a:pPr>
            <a:endParaRPr lang="en-US" sz="1800" b="0" i="0" u="none" strike="noStrike" dirty="0">
              <a:solidFill>
                <a:srgbClr val="000000"/>
              </a:solidFill>
              <a:latin typeface="Montserrat Regular"/>
            </a:endParaRPr>
          </a:p>
          <a:p>
            <a:pPr lvl="0" algn="l">
              <a:lnSpc>
                <a:spcPct val="100000"/>
              </a:lnSpc>
            </a:pPr>
            <a:endParaRPr lang="en-US" sz="1800" b="0" i="0" u="none" strike="noStrike" dirty="0">
              <a:solidFill>
                <a:srgbClr val="000000"/>
              </a:solidFill>
              <a:latin typeface="Montserrat Regular"/>
            </a:endParaRPr>
          </a:p>
          <a:p>
            <a:pPr lvl="0" algn="l">
              <a:lnSpc>
                <a:spcPct val="100000"/>
              </a:lnSpc>
            </a:pPr>
            <a:r>
              <a:rPr lang="en-US" sz="1800" b="0" i="0" u="none" strike="noStrike" dirty="0" err="1">
                <a:solidFill>
                  <a:srgbClr val="000000"/>
                </a:solidFill>
                <a:latin typeface="Montserrat Regular"/>
              </a:rPr>
              <a:t>Nullam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quis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arcu</a:t>
            </a:r>
            <a:r>
              <a:rPr lang="en-US" sz="1800" b="0" i="0" u="none" strike="noStrike" dirty="0">
                <a:solidFill>
                  <a:srgbClr val="000000"/>
                </a:solidFill>
                <a:latin typeface="Montserrat Regular"/>
              </a:rPr>
              <a:t> in magna pulvinar </a:t>
            </a:r>
            <a:r>
              <a:rPr lang="en-US" sz="1800" b="0" i="0" u="none" strike="noStrike" dirty="0" err="1">
                <a:solidFill>
                  <a:srgbClr val="000000"/>
                </a:solidFill>
                <a:latin typeface="Montserrat Regular"/>
              </a:rPr>
              <a:t>tincidunt</a:t>
            </a:r>
            <a:r>
              <a:rPr lang="en-US" sz="1800" b="0" i="0" u="none" strike="noStrike" dirty="0">
                <a:solidFill>
                  <a:srgbClr val="000000"/>
                </a:solidFill>
                <a:latin typeface="Montserrat Regular"/>
              </a:rPr>
              <a:t>. Lorem ipsum dolor sit </a:t>
            </a:r>
            <a:r>
              <a:rPr lang="en-US" sz="1800" b="0" i="0" u="none" strike="noStrike" dirty="0" err="1">
                <a:solidFill>
                  <a:srgbClr val="000000"/>
                </a:solidFill>
                <a:latin typeface="Montserrat Regular"/>
              </a:rPr>
              <a:t>amet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consectetur</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adipiscing</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elit</a:t>
            </a:r>
            <a:r>
              <a:rPr lang="en-US" sz="1800" b="0" i="0" u="none" strike="noStrike" dirty="0">
                <a:solidFill>
                  <a:srgbClr val="000000"/>
                </a:solidFill>
                <a:latin typeface="Montserrat Regular"/>
              </a:rPr>
              <a:t>. Nam </a:t>
            </a:r>
            <a:r>
              <a:rPr lang="en-US" sz="1800" b="0" i="0" u="none" strike="noStrike" dirty="0" err="1">
                <a:solidFill>
                  <a:srgbClr val="000000"/>
                </a:solidFill>
                <a:latin typeface="Montserrat Regular"/>
              </a:rPr>
              <a:t>hendrerit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nulla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ut</a:t>
            </a:r>
            <a:r>
              <a:rPr lang="en-US" sz="1800" b="0" i="0" u="none" strike="noStrike" dirty="0">
                <a:solidFill>
                  <a:srgbClr val="000000"/>
                </a:solidFill>
                <a:latin typeface="Montserrat Regular"/>
              </a:rPr>
              <a:t> cursus </a:t>
            </a:r>
            <a:r>
              <a:rPr lang="en-US" sz="1800" b="0" i="0" u="none" strike="noStrike" dirty="0" err="1">
                <a:solidFill>
                  <a:srgbClr val="000000"/>
                </a:solidFill>
                <a:latin typeface="Montserrat Regular"/>
              </a:rPr>
              <a:t>laoreet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Nullam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elementum</a:t>
            </a:r>
            <a:r>
              <a:rPr lang="en-US" sz="1800" b="0" i="0" u="none" strike="noStrike" dirty="0">
                <a:solidFill>
                  <a:srgbClr val="000000"/>
                </a:solidFill>
                <a:latin typeface="Montserrat Regular"/>
              </a:rPr>
              <a:t> lorem vel </a:t>
            </a:r>
            <a:r>
              <a:rPr lang="en-US" sz="1800" b="0" i="0" u="none" strike="noStrike" dirty="0" err="1">
                <a:solidFill>
                  <a:srgbClr val="000000"/>
                </a:solidFill>
                <a:latin typeface="Montserrat Regular"/>
              </a:rPr>
              <a:t>facilisis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laoreet</a:t>
            </a:r>
            <a:r>
              <a:rPr lang="en-US" sz="1800" b="0" i="0" u="none" strike="noStrike" dirty="0">
                <a:solidFill>
                  <a:srgbClr val="000000"/>
                </a:solidFill>
                <a:latin typeface="Montserrat Regular"/>
              </a:rPr>
              <a:t>. Cras ac </a:t>
            </a:r>
            <a:r>
              <a:rPr lang="en-US" sz="1800" b="0" i="0" u="none" strike="noStrike" dirty="0" err="1">
                <a:solidFill>
                  <a:srgbClr val="000000"/>
                </a:solidFill>
                <a:latin typeface="Montserrat Regular"/>
              </a:rPr>
              <a:t>turpis</a:t>
            </a:r>
            <a:r>
              <a:rPr lang="en-US" sz="1800" b="0" i="0" u="none" strike="noStrike" dirty="0">
                <a:solidFill>
                  <a:srgbClr val="000000"/>
                </a:solidFill>
                <a:latin typeface="Montserrat Regular"/>
              </a:rPr>
              <a:t> vel </a:t>
            </a:r>
            <a:r>
              <a:rPr lang="en-US" sz="1800" b="0" i="0" u="none" strike="noStrike" dirty="0" err="1">
                <a:solidFill>
                  <a:srgbClr val="000000"/>
                </a:solidFill>
                <a:latin typeface="Montserrat Regular"/>
              </a:rPr>
              <a:t>erat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vehicula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venenatis</a:t>
            </a:r>
            <a:r>
              <a:rPr lang="en-US" sz="1800" b="0" i="0" u="none" strike="noStrike" dirty="0">
                <a:solidFill>
                  <a:srgbClr val="000000"/>
                </a:solidFill>
                <a:latin typeface="Montserrat Regular"/>
              </a:rPr>
              <a:t>.</a:t>
            </a:r>
            <a:endParaRPr lang="en-US" sz="1800" b="0" i="0" u="none" strike="noStrike" dirty="0">
              <a:solidFill>
                <a:srgbClr val="000000"/>
              </a:solidFill>
              <a:latin typeface="Montserrat Regular"/>
            </a:endParaRPr>
          </a:p>
        </p:txBody>
      </p:sp>
      <p:sp>
        <p:nvSpPr>
          <p:cNvPr id="17" name="TextBox 17"/>
          <p:cNvSpPr txBox="1"/>
          <p:nvPr/>
        </p:nvSpPr>
        <p:spPr>
          <a:xfrm>
            <a:off x="508000" y="8712200"/>
            <a:ext cx="24003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SemiBold"/>
              </a:rPr>
              <a:t>Brand</a:t>
            </a:r>
            <a:endParaRPr lang="en-US" sz="2000" b="0" i="0" u="none" strike="noStrike">
              <a:solidFill>
                <a:srgbClr val="000000"/>
              </a:solidFill>
              <a:latin typeface="Montserrat SemiBold"/>
            </a:endParaRPr>
          </a:p>
        </p:txBody>
      </p:sp>
      <p:sp>
        <p:nvSpPr>
          <p:cNvPr id="18" name="TextBox 18"/>
          <p:cNvSpPr txBox="1"/>
          <p:nvPr/>
        </p:nvSpPr>
        <p:spPr>
          <a:xfrm>
            <a:off x="508000" y="9093200"/>
            <a:ext cx="5715000" cy="317500"/>
          </a:xfrm>
          <a:prstGeom prst="rect">
            <a:avLst/>
          </a:prstGeom>
        </p:spPr>
        <p:txBody>
          <a:bodyPr lIns="0" tIns="0" rIns="0" bIns="0" rtlCol="0" anchor="t"/>
          <a:lstStyle/>
          <a:p>
            <a:pPr lvl="0" algn="l">
              <a:lnSpc>
                <a:spcPct val="100000"/>
              </a:lnSpc>
            </a:pPr>
            <a:r>
              <a:rPr lang="en-US" sz="1800" b="0" i="0" u="none" strike="noStrike">
                <a:solidFill>
                  <a:srgbClr val="000000"/>
                </a:solidFill>
                <a:latin typeface="Montserrat SemiBold"/>
              </a:rPr>
              <a:t>Project Description </a:t>
            </a:r>
            <a:r>
              <a:rPr lang="en-US" sz="1600" b="0" i="1" u="none" strike="noStrike">
                <a:solidFill>
                  <a:srgbClr val="000000"/>
                </a:solidFill>
                <a:latin typeface="Montserrat Light"/>
              </a:rPr>
              <a:t>Phasellus ac eros at urna lacinia.</a:t>
            </a:r>
            <a:endParaRPr lang="en-US" sz="1600" b="0" i="1" u="none" strike="noStrike">
              <a:solidFill>
                <a:srgbClr val="000000"/>
              </a:solidFill>
              <a:latin typeface="Montserrat Light"/>
            </a:endParaRPr>
          </a:p>
        </p:txBody>
      </p:sp>
      <p:sp>
        <p:nvSpPr>
          <p:cNvPr id="19" name="TextBox 19"/>
          <p:cNvSpPr txBox="1"/>
          <p:nvPr/>
        </p:nvSpPr>
        <p:spPr>
          <a:xfrm>
            <a:off x="6311900" y="8712200"/>
            <a:ext cx="28829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SemiBold"/>
              </a:rPr>
              <a:t>Brand</a:t>
            </a:r>
            <a:endParaRPr lang="en-US" sz="2000" b="0" i="0" u="none" strike="noStrike">
              <a:solidFill>
                <a:srgbClr val="000000"/>
              </a:solidFill>
              <a:latin typeface="Montserrat SemiBold"/>
            </a:endParaRPr>
          </a:p>
        </p:txBody>
      </p:sp>
      <p:sp>
        <p:nvSpPr>
          <p:cNvPr id="20" name="TextBox 20"/>
          <p:cNvSpPr txBox="1"/>
          <p:nvPr/>
        </p:nvSpPr>
        <p:spPr>
          <a:xfrm>
            <a:off x="12115800" y="8712200"/>
            <a:ext cx="29083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SemiBold"/>
              </a:rPr>
              <a:t>Brand</a:t>
            </a:r>
            <a:endParaRPr lang="en-US" sz="2000" b="0" i="0" u="none" strike="noStrike">
              <a:solidFill>
                <a:srgbClr val="000000"/>
              </a:solidFill>
              <a:latin typeface="Montserrat SemiBold"/>
            </a:endParaRPr>
          </a:p>
        </p:txBody>
      </p:sp>
      <p:sp>
        <p:nvSpPr>
          <p:cNvPr id="21" name="TextBox 21"/>
          <p:cNvSpPr txBox="1"/>
          <p:nvPr/>
        </p:nvSpPr>
        <p:spPr>
          <a:xfrm>
            <a:off x="6311900" y="9093200"/>
            <a:ext cx="5715000" cy="317500"/>
          </a:xfrm>
          <a:prstGeom prst="rect">
            <a:avLst/>
          </a:prstGeom>
        </p:spPr>
        <p:txBody>
          <a:bodyPr lIns="0" tIns="0" rIns="0" bIns="0" rtlCol="0" anchor="t"/>
          <a:lstStyle/>
          <a:p>
            <a:pPr lvl="0" algn="l">
              <a:lnSpc>
                <a:spcPct val="100000"/>
              </a:lnSpc>
            </a:pPr>
            <a:r>
              <a:rPr lang="en-US" sz="1800" b="0" i="0" u="none" strike="noStrike">
                <a:solidFill>
                  <a:srgbClr val="000000"/>
                </a:solidFill>
                <a:latin typeface="Montserrat SemiBold"/>
              </a:rPr>
              <a:t>Project Description </a:t>
            </a:r>
            <a:r>
              <a:rPr lang="en-US" sz="1600" b="0" i="1" u="none" strike="noStrike">
                <a:solidFill>
                  <a:srgbClr val="000000"/>
                </a:solidFill>
                <a:latin typeface="Montserrat Light"/>
              </a:rPr>
              <a:t>Phasellus ac eros at urna lacinia.</a:t>
            </a:r>
            <a:endParaRPr lang="en-US" sz="1600" b="0" i="1" u="none" strike="noStrike">
              <a:solidFill>
                <a:srgbClr val="000000"/>
              </a:solidFill>
              <a:latin typeface="Montserrat Light"/>
            </a:endParaRPr>
          </a:p>
        </p:txBody>
      </p:sp>
      <p:sp>
        <p:nvSpPr>
          <p:cNvPr id="22" name="TextBox 22"/>
          <p:cNvSpPr txBox="1"/>
          <p:nvPr/>
        </p:nvSpPr>
        <p:spPr>
          <a:xfrm>
            <a:off x="12115800" y="9093200"/>
            <a:ext cx="5715000" cy="317500"/>
          </a:xfrm>
          <a:prstGeom prst="rect">
            <a:avLst/>
          </a:prstGeom>
        </p:spPr>
        <p:txBody>
          <a:bodyPr lIns="0" tIns="0" rIns="0" bIns="0" rtlCol="0" anchor="t"/>
          <a:lstStyle/>
          <a:p>
            <a:pPr lvl="0" algn="l">
              <a:lnSpc>
                <a:spcPct val="100000"/>
              </a:lnSpc>
            </a:pPr>
            <a:r>
              <a:rPr lang="en-US" sz="1800" b="0" i="0" u="none" strike="noStrike">
                <a:solidFill>
                  <a:srgbClr val="000000"/>
                </a:solidFill>
                <a:latin typeface="Montserrat SemiBold"/>
              </a:rPr>
              <a:t>Project Description </a:t>
            </a:r>
            <a:r>
              <a:rPr lang="en-US" sz="1600" b="0" i="1" u="none" strike="noStrike">
                <a:solidFill>
                  <a:srgbClr val="000000"/>
                </a:solidFill>
                <a:latin typeface="Montserrat Light"/>
              </a:rPr>
              <a:t>Phasellus ac eros at urna lacinia.</a:t>
            </a:r>
            <a:endParaRPr lang="en-US" sz="1600" b="0" i="1" u="none" strike="noStrike">
              <a:solidFill>
                <a:srgbClr val="000000"/>
              </a:solidFill>
              <a:latin typeface="Montserrat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alphaModFix amt="70000"/>
          </a:blip>
          <a:stretch>
            <a:fillRect/>
          </a:stretch>
        </p:blipFill>
        <p:spPr>
          <a:xfrm>
            <a:off x="3937000" y="-76200"/>
            <a:ext cx="14376400" cy="12763500"/>
          </a:xfrm>
          <a:prstGeom prst="rect">
            <a:avLst/>
          </a:prstGeom>
        </p:spPr>
      </p:pic>
      <p:pic>
        <p:nvPicPr>
          <p:cNvPr id="2" name="Picture 10"/>
          <p:cNvPicPr>
            <a:picLocks noChangeAspect="1"/>
          </p:cNvPicPr>
          <p:nvPr/>
        </p:nvPicPr>
        <p:blipFill>
          <a:blip r:embed="rId2"/>
          <a:stretch>
            <a:fillRect/>
          </a:stretch>
        </p:blipFill>
        <p:spPr>
          <a:xfrm>
            <a:off x="9982200" y="1734476"/>
            <a:ext cx="6837026" cy="6818048"/>
          </a:xfrm>
          <a:prstGeom prst="rect">
            <a:avLst/>
          </a:prstGeom>
        </p:spPr>
      </p:pic>
      <p:sp>
        <p:nvSpPr>
          <p:cNvPr id="4" name="TextBox 11"/>
          <p:cNvSpPr txBox="1"/>
          <p:nvPr/>
        </p:nvSpPr>
        <p:spPr>
          <a:xfrm>
            <a:off x="508000" y="1282700"/>
            <a:ext cx="6527800" cy="3556000"/>
          </a:xfrm>
          <a:prstGeom prst="rect">
            <a:avLst/>
          </a:prstGeom>
        </p:spPr>
        <p:txBody>
          <a:bodyPr lIns="0" tIns="0" rIns="0" bIns="0" rtlCol="0" anchor="t"/>
          <a:lstStyle/>
          <a:p>
            <a:pPr lvl="0" algn="l">
              <a:lnSpc>
                <a:spcPct val="83000"/>
              </a:lnSpc>
            </a:pPr>
            <a:r>
              <a:rPr lang="en-US" sz="8000" b="0" i="0" u="none" strike="noStrike" dirty="0">
                <a:solidFill>
                  <a:srgbClr val="000000"/>
                </a:solidFill>
                <a:latin typeface="Anek Tamil Expanded Regular"/>
              </a:rPr>
              <a:t>Question on diversity</a:t>
            </a:r>
            <a:endParaRPr lang="en-US" sz="8000" b="0" i="0" u="none" strike="noStrike" dirty="0">
              <a:solidFill>
                <a:srgbClr val="000000"/>
              </a:solidFill>
              <a:latin typeface="Anek Tamil Expanded Regular"/>
            </a:endParaRPr>
          </a:p>
        </p:txBody>
      </p:sp>
      <p:sp>
        <p:nvSpPr>
          <p:cNvPr id="5" name="TextBox 16"/>
          <p:cNvSpPr txBox="1"/>
          <p:nvPr/>
        </p:nvSpPr>
        <p:spPr>
          <a:xfrm>
            <a:off x="609600" y="4729539"/>
            <a:ext cx="7467600" cy="2514600"/>
          </a:xfrm>
          <a:prstGeom prst="rect">
            <a:avLst/>
          </a:prstGeom>
        </p:spPr>
        <p:txBody>
          <a:bodyPr lIns="0" tIns="0" rIns="0" bIns="0" rtlCol="0" anchor="t"/>
          <a:lstStyle/>
          <a:p>
            <a:pPr lvl="0" algn="l">
              <a:lnSpc>
                <a:spcPct val="100000"/>
              </a:lnSpc>
            </a:pPr>
            <a:r>
              <a:rPr lang="en-US" sz="1800" b="0" i="0" u="none" strike="noStrike" dirty="0" err="1">
                <a:solidFill>
                  <a:srgbClr val="000000"/>
                </a:solidFill>
                <a:latin typeface="Montserrat Regular"/>
              </a:rPr>
              <a:t>Phasellus</a:t>
            </a:r>
            <a:r>
              <a:rPr lang="en-US" sz="1800" b="0" i="0" u="none" strike="noStrike" dirty="0">
                <a:solidFill>
                  <a:srgbClr val="000000"/>
                </a:solidFill>
                <a:latin typeface="Montserrat Regular"/>
              </a:rPr>
              <a:t> ac eros at </a:t>
            </a:r>
            <a:r>
              <a:rPr lang="en-US" sz="1800" b="0" i="0" u="none" strike="noStrike" dirty="0" err="1">
                <a:solidFill>
                  <a:srgbClr val="000000"/>
                </a:solidFill>
                <a:latin typeface="Montserrat Regular"/>
              </a:rPr>
              <a:t>urna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condimentum</a:t>
            </a:r>
            <a:r>
              <a:rPr lang="en-US" sz="1800" b="0" i="0" u="none" strike="noStrike" dirty="0">
                <a:solidFill>
                  <a:srgbClr val="000000"/>
                </a:solidFill>
                <a:latin typeface="Montserrat Regular"/>
              </a:rPr>
              <a:t> lacinia. </a:t>
            </a:r>
            <a:r>
              <a:rPr lang="en-US" sz="1800" b="0" i="0" u="none" strike="noStrike" dirty="0" err="1">
                <a:solidFill>
                  <a:srgbClr val="000000"/>
                </a:solidFill>
                <a:latin typeface="Montserrat Regular"/>
              </a:rPr>
              <a:t>Pellentesque</a:t>
            </a:r>
            <a:r>
              <a:rPr lang="en-US" sz="1800" b="0" i="0" u="none" strike="noStrike" dirty="0">
                <a:solidFill>
                  <a:srgbClr val="000000"/>
                </a:solidFill>
                <a:latin typeface="Montserrat Regular"/>
              </a:rPr>
              <a:t> habitant </a:t>
            </a:r>
            <a:r>
              <a:rPr lang="en-US" sz="1800" b="0" i="0" u="none" strike="noStrike" dirty="0" err="1">
                <a:solidFill>
                  <a:srgbClr val="000000"/>
                </a:solidFill>
                <a:latin typeface="Montserrat Regular"/>
              </a:rPr>
              <a:t>morbi</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tristique</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senectus</a:t>
            </a:r>
            <a:r>
              <a:rPr lang="en-US" sz="1800" b="0" i="0" u="none" strike="noStrike" dirty="0">
                <a:solidFill>
                  <a:srgbClr val="000000"/>
                </a:solidFill>
                <a:latin typeface="Montserrat Regular"/>
              </a:rPr>
              <a:t> et </a:t>
            </a:r>
            <a:r>
              <a:rPr lang="en-US" sz="1800" b="0" i="0" u="none" strike="noStrike" dirty="0" err="1">
                <a:solidFill>
                  <a:srgbClr val="000000"/>
                </a:solidFill>
                <a:latin typeface="Montserrat Regular"/>
              </a:rPr>
              <a:t>netus</a:t>
            </a:r>
            <a:r>
              <a:rPr lang="en-US" sz="1800" b="0" i="0" u="none" strike="noStrike" dirty="0">
                <a:solidFill>
                  <a:srgbClr val="000000"/>
                </a:solidFill>
                <a:latin typeface="Montserrat Regular"/>
              </a:rPr>
              <a:t> et </a:t>
            </a:r>
            <a:r>
              <a:rPr lang="en-US" sz="1800" b="0" i="0" u="none" strike="noStrike" dirty="0" err="1">
                <a:solidFill>
                  <a:srgbClr val="000000"/>
                </a:solidFill>
                <a:latin typeface="Montserrat Regular"/>
              </a:rPr>
              <a:t>malesuada</a:t>
            </a:r>
            <a:r>
              <a:rPr lang="en-US" sz="1800" b="0" i="0" u="none" strike="noStrike" dirty="0">
                <a:solidFill>
                  <a:srgbClr val="000000"/>
                </a:solidFill>
                <a:latin typeface="Montserrat Regular"/>
              </a:rPr>
              <a:t> fames ac </a:t>
            </a:r>
            <a:r>
              <a:rPr lang="en-US" sz="1800" b="0" i="0" u="none" strike="noStrike" dirty="0" err="1">
                <a:solidFill>
                  <a:srgbClr val="000000"/>
                </a:solidFill>
                <a:latin typeface="Montserrat Regular"/>
              </a:rPr>
              <a:t>turpis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egestas</a:t>
            </a:r>
            <a:r>
              <a:rPr lang="en-US" sz="1800" b="0" i="0" u="none" strike="noStrike" dirty="0">
                <a:solidFill>
                  <a:srgbClr val="000000"/>
                </a:solidFill>
                <a:latin typeface="Montserrat Regular"/>
              </a:rPr>
              <a:t>. Sed </a:t>
            </a:r>
            <a:r>
              <a:rPr lang="en-US" sz="1800" b="0" i="0" u="none" strike="noStrike" dirty="0" err="1">
                <a:solidFill>
                  <a:srgbClr val="000000"/>
                </a:solidFill>
                <a:latin typeface="Montserrat Regular"/>
              </a:rPr>
              <a:t>bibendum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sapien</a:t>
            </a:r>
            <a:r>
              <a:rPr lang="en-US" sz="1800" b="0" i="0" u="none" strike="noStrike" dirty="0">
                <a:solidFill>
                  <a:srgbClr val="000000"/>
                </a:solidFill>
                <a:latin typeface="Montserrat Regular"/>
              </a:rPr>
              <a:t> a </a:t>
            </a:r>
            <a:r>
              <a:rPr lang="en-US" sz="1800" b="0" i="0" u="none" strike="noStrike" dirty="0" err="1">
                <a:solidFill>
                  <a:srgbClr val="000000"/>
                </a:solidFill>
                <a:latin typeface="Montserrat Regular"/>
              </a:rPr>
              <a:t>venenatis</a:t>
            </a:r>
            <a:r>
              <a:rPr lang="en-US" sz="1800" b="0" i="0" u="none" strike="noStrike" dirty="0">
                <a:solidFill>
                  <a:srgbClr val="000000"/>
                </a:solidFill>
                <a:latin typeface="Montserrat Regular"/>
              </a:rPr>
              <a:t> fermentum, </a:t>
            </a:r>
            <a:r>
              <a:rPr lang="en-US" sz="1800" b="0" i="0" u="none" strike="noStrike" dirty="0" err="1">
                <a:solidFill>
                  <a:srgbClr val="000000"/>
                </a:solidFill>
                <a:latin typeface="Montserrat Regular"/>
              </a:rPr>
              <a:t>mauris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augue</a:t>
            </a:r>
            <a:r>
              <a:rPr lang="en-US" sz="1800" b="0" i="0" u="none" strike="noStrike" dirty="0">
                <a:solidFill>
                  <a:srgbClr val="000000"/>
                </a:solidFill>
                <a:latin typeface="Montserrat Regular"/>
              </a:rPr>
              <a:t> cursus </a:t>
            </a:r>
            <a:r>
              <a:rPr lang="en-US" sz="1800" b="0" i="0" u="none" strike="noStrike" dirty="0" err="1">
                <a:solidFill>
                  <a:srgbClr val="000000"/>
                </a:solidFill>
                <a:latin typeface="Montserrat Regular"/>
              </a:rPr>
              <a:t>turpis</a:t>
            </a:r>
            <a:r>
              <a:rPr lang="en-US" sz="1800" b="0" i="0" u="none" strike="noStrike" dirty="0">
                <a:solidFill>
                  <a:srgbClr val="000000"/>
                </a:solidFill>
                <a:latin typeface="Montserrat Regular"/>
              </a:rPr>
              <a:t>, vitae </a:t>
            </a:r>
            <a:r>
              <a:rPr lang="en-US" sz="1800" b="0" i="0" u="none" strike="noStrike" dirty="0" err="1">
                <a:solidFill>
                  <a:srgbClr val="000000"/>
                </a:solidFill>
                <a:latin typeface="Montserrat Regular"/>
              </a:rPr>
              <a:t>elementum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massa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orci</a:t>
            </a:r>
            <a:r>
              <a:rPr lang="en-US" sz="1800" b="0" i="0" u="none" strike="noStrike" dirty="0">
                <a:solidFill>
                  <a:srgbClr val="000000"/>
                </a:solidFill>
                <a:latin typeface="Montserrat Regular"/>
              </a:rPr>
              <a:t> sit </a:t>
            </a:r>
            <a:r>
              <a:rPr lang="en-US" sz="1800" b="0" i="0" u="none" strike="noStrike" dirty="0" err="1">
                <a:solidFill>
                  <a:srgbClr val="000000"/>
                </a:solidFill>
                <a:latin typeface="Montserrat Regular"/>
              </a:rPr>
              <a:t>amet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massa</a:t>
            </a:r>
            <a:r>
              <a:rPr lang="en-US" sz="1800" b="0" i="0" u="none" strike="noStrike" dirty="0">
                <a:solidFill>
                  <a:srgbClr val="000000"/>
                </a:solidFill>
                <a:latin typeface="Montserrat Regular"/>
              </a:rPr>
              <a:t>. In hac </a:t>
            </a:r>
            <a:r>
              <a:rPr lang="en-US" sz="1800" b="0" i="0" u="none" strike="noStrike" dirty="0" err="1">
                <a:solidFill>
                  <a:srgbClr val="000000"/>
                </a:solidFill>
                <a:latin typeface="Montserrat Regular"/>
              </a:rPr>
              <a:t>habitasse</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platea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dictumst</a:t>
            </a:r>
            <a:r>
              <a:rPr lang="en-US" sz="1800" b="0" i="0" u="none" strike="noStrike" dirty="0">
                <a:solidFill>
                  <a:srgbClr val="000000"/>
                </a:solidFill>
                <a:latin typeface="Montserrat Regular"/>
              </a:rPr>
              <a:t>.</a:t>
            </a:r>
            <a:endParaRPr lang="en-US" sz="1800" b="0" i="0" u="none" strike="noStrike" dirty="0">
              <a:solidFill>
                <a:srgbClr val="000000"/>
              </a:solidFill>
              <a:latin typeface="Montserrat Regular"/>
            </a:endParaRPr>
          </a:p>
          <a:p>
            <a:pPr lvl="0" algn="l">
              <a:lnSpc>
                <a:spcPct val="100000"/>
              </a:lnSpc>
            </a:pPr>
            <a:endParaRPr lang="en-US" sz="1800" b="0" i="0" u="none" strike="noStrike" dirty="0">
              <a:solidFill>
                <a:srgbClr val="000000"/>
              </a:solidFill>
              <a:latin typeface="Montserrat Regular"/>
            </a:endParaRPr>
          </a:p>
          <a:p>
            <a:pPr lvl="0" algn="l">
              <a:lnSpc>
                <a:spcPct val="100000"/>
              </a:lnSpc>
            </a:pPr>
            <a:endParaRPr lang="en-US" sz="1800" b="0" i="0" u="none" strike="noStrike" dirty="0">
              <a:solidFill>
                <a:srgbClr val="000000"/>
              </a:solidFill>
              <a:latin typeface="Montserrat Regular"/>
            </a:endParaRPr>
          </a:p>
          <a:p>
            <a:pPr lvl="0" algn="l">
              <a:lnSpc>
                <a:spcPct val="100000"/>
              </a:lnSpc>
            </a:pPr>
            <a:r>
              <a:rPr lang="en-US" sz="1800" b="0" i="0" u="none" strike="noStrike" dirty="0" err="1">
                <a:solidFill>
                  <a:srgbClr val="000000"/>
                </a:solidFill>
                <a:latin typeface="Montserrat Regular"/>
              </a:rPr>
              <a:t>Nullam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quis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arcu</a:t>
            </a:r>
            <a:r>
              <a:rPr lang="en-US" sz="1800" b="0" i="0" u="none" strike="noStrike" dirty="0">
                <a:solidFill>
                  <a:srgbClr val="000000"/>
                </a:solidFill>
                <a:latin typeface="Montserrat Regular"/>
              </a:rPr>
              <a:t> in magna pulvinar </a:t>
            </a:r>
            <a:r>
              <a:rPr lang="en-US" sz="1800" b="0" i="0" u="none" strike="noStrike" dirty="0" err="1">
                <a:solidFill>
                  <a:srgbClr val="000000"/>
                </a:solidFill>
                <a:latin typeface="Montserrat Regular"/>
              </a:rPr>
              <a:t>tincidunt</a:t>
            </a:r>
            <a:r>
              <a:rPr lang="en-US" sz="1800" b="0" i="0" u="none" strike="noStrike" dirty="0">
                <a:solidFill>
                  <a:srgbClr val="000000"/>
                </a:solidFill>
                <a:latin typeface="Montserrat Regular"/>
              </a:rPr>
              <a:t>. Lorem ipsum dolor sit </a:t>
            </a:r>
            <a:r>
              <a:rPr lang="en-US" sz="1800" b="0" i="0" u="none" strike="noStrike" dirty="0" err="1">
                <a:solidFill>
                  <a:srgbClr val="000000"/>
                </a:solidFill>
                <a:latin typeface="Montserrat Regular"/>
              </a:rPr>
              <a:t>amet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consectetur</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adipiscing</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elit</a:t>
            </a:r>
            <a:r>
              <a:rPr lang="en-US" sz="1800" b="0" i="0" u="none" strike="noStrike" dirty="0">
                <a:solidFill>
                  <a:srgbClr val="000000"/>
                </a:solidFill>
                <a:latin typeface="Montserrat Regular"/>
              </a:rPr>
              <a:t>. Nam </a:t>
            </a:r>
            <a:r>
              <a:rPr lang="en-US" sz="1800" b="0" i="0" u="none" strike="noStrike" dirty="0" err="1">
                <a:solidFill>
                  <a:srgbClr val="000000"/>
                </a:solidFill>
                <a:latin typeface="Montserrat Regular"/>
              </a:rPr>
              <a:t>hendrerit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nulla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ut</a:t>
            </a:r>
            <a:r>
              <a:rPr lang="en-US" sz="1800" b="0" i="0" u="none" strike="noStrike" dirty="0">
                <a:solidFill>
                  <a:srgbClr val="000000"/>
                </a:solidFill>
                <a:latin typeface="Montserrat Regular"/>
              </a:rPr>
              <a:t> cursus </a:t>
            </a:r>
            <a:r>
              <a:rPr lang="en-US" sz="1800" b="0" i="0" u="none" strike="noStrike" dirty="0" err="1">
                <a:solidFill>
                  <a:srgbClr val="000000"/>
                </a:solidFill>
                <a:latin typeface="Montserrat Regular"/>
              </a:rPr>
              <a:t>laoreet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Nullam</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elementum</a:t>
            </a:r>
            <a:r>
              <a:rPr lang="en-US" sz="1800" b="0" i="0" u="none" strike="noStrike" dirty="0">
                <a:solidFill>
                  <a:srgbClr val="000000"/>
                </a:solidFill>
                <a:latin typeface="Montserrat Regular"/>
              </a:rPr>
              <a:t> lorem vel </a:t>
            </a:r>
            <a:r>
              <a:rPr lang="en-US" sz="1800" b="0" i="0" u="none" strike="noStrike" dirty="0" err="1">
                <a:solidFill>
                  <a:srgbClr val="000000"/>
                </a:solidFill>
                <a:latin typeface="Montserrat Regular"/>
              </a:rPr>
              <a:t>facilisis</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laoreet</a:t>
            </a:r>
            <a:r>
              <a:rPr lang="en-US" sz="1800" b="0" i="0" u="none" strike="noStrike" dirty="0">
                <a:solidFill>
                  <a:srgbClr val="000000"/>
                </a:solidFill>
                <a:latin typeface="Montserrat Regular"/>
              </a:rPr>
              <a:t>. Cras ac </a:t>
            </a:r>
            <a:r>
              <a:rPr lang="en-US" sz="1800" b="0" i="0" u="none" strike="noStrike" dirty="0" err="1">
                <a:solidFill>
                  <a:srgbClr val="000000"/>
                </a:solidFill>
                <a:latin typeface="Montserrat Regular"/>
              </a:rPr>
              <a:t>turpis</a:t>
            </a:r>
            <a:r>
              <a:rPr lang="en-US" sz="1800" b="0" i="0" u="none" strike="noStrike" dirty="0">
                <a:solidFill>
                  <a:srgbClr val="000000"/>
                </a:solidFill>
                <a:latin typeface="Montserrat Regular"/>
              </a:rPr>
              <a:t> vel </a:t>
            </a:r>
            <a:r>
              <a:rPr lang="en-US" sz="1800" b="0" i="0" u="none" strike="noStrike" dirty="0" err="1">
                <a:solidFill>
                  <a:srgbClr val="000000"/>
                </a:solidFill>
                <a:latin typeface="Montserrat Regular"/>
              </a:rPr>
              <a:t>erat</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vehicula</a:t>
            </a:r>
            <a:r>
              <a:rPr lang="en-US" sz="1800" b="0" i="0" u="none" strike="noStrike" dirty="0">
                <a:solidFill>
                  <a:srgbClr val="000000"/>
                </a:solidFill>
                <a:latin typeface="Montserrat Regular"/>
              </a:rPr>
              <a:t> </a:t>
            </a:r>
            <a:r>
              <a:rPr lang="en-US" sz="1800" b="0" i="0" u="none" strike="noStrike" dirty="0" err="1">
                <a:solidFill>
                  <a:srgbClr val="000000"/>
                </a:solidFill>
                <a:latin typeface="Montserrat Regular"/>
              </a:rPr>
              <a:t>venenatis</a:t>
            </a:r>
            <a:r>
              <a:rPr lang="en-US" sz="1800" b="0" i="0" u="none" strike="noStrike" dirty="0">
                <a:solidFill>
                  <a:srgbClr val="000000"/>
                </a:solidFill>
                <a:latin typeface="Montserrat Regular"/>
              </a:rPr>
              <a:t>.</a:t>
            </a:r>
            <a:endParaRPr lang="en-US" sz="1800" b="0" i="0" u="none" strike="noStrike" dirty="0">
              <a:solidFill>
                <a:srgbClr val="000000"/>
              </a:solidFill>
              <a:latin typeface="Montserrat Regular"/>
            </a:endParaRPr>
          </a:p>
        </p:txBody>
      </p:sp>
      <p:pic>
        <p:nvPicPr>
          <p:cNvPr id="6" name="Picture 5"/>
          <p:cNvPicPr>
            <a:picLocks noChangeAspect="1"/>
          </p:cNvPicPr>
          <p:nvPr/>
        </p:nvPicPr>
        <p:blipFill>
          <a:blip r:embed="rId3"/>
          <a:stretch>
            <a:fillRect/>
          </a:stretch>
        </p:blipFill>
        <p:spPr>
          <a:xfrm rot="5400000">
            <a:off x="2654300" y="698500"/>
            <a:ext cx="431800" cy="25400"/>
          </a:xfrm>
          <a:prstGeom prst="rect">
            <a:avLst/>
          </a:prstGeom>
        </p:spPr>
      </p:pic>
      <p:pic>
        <p:nvPicPr>
          <p:cNvPr id="7" name="Picture 6"/>
          <p:cNvPicPr>
            <a:picLocks noChangeAspect="1"/>
          </p:cNvPicPr>
          <p:nvPr/>
        </p:nvPicPr>
        <p:blipFill>
          <a:blip r:embed="rId4"/>
          <a:stretch>
            <a:fillRect/>
          </a:stretch>
        </p:blipFill>
        <p:spPr>
          <a:xfrm>
            <a:off x="508000" y="482600"/>
            <a:ext cx="17259300" cy="25400"/>
          </a:xfrm>
          <a:prstGeom prst="rect">
            <a:avLst/>
          </a:prstGeom>
        </p:spPr>
      </p:pic>
      <p:pic>
        <p:nvPicPr>
          <p:cNvPr id="8" name="Picture 7"/>
          <p:cNvPicPr>
            <a:picLocks noChangeAspect="1"/>
          </p:cNvPicPr>
          <p:nvPr/>
        </p:nvPicPr>
        <p:blipFill>
          <a:blip r:embed="rId4"/>
          <a:stretch>
            <a:fillRect/>
          </a:stretch>
        </p:blipFill>
        <p:spPr>
          <a:xfrm>
            <a:off x="508000" y="927100"/>
            <a:ext cx="17259300" cy="25400"/>
          </a:xfrm>
          <a:prstGeom prst="rect">
            <a:avLst/>
          </a:prstGeom>
        </p:spPr>
      </p:pic>
      <p:pic>
        <p:nvPicPr>
          <p:cNvPr id="9" name="Picture 8"/>
          <p:cNvPicPr>
            <a:picLocks noChangeAspect="1"/>
          </p:cNvPicPr>
          <p:nvPr/>
        </p:nvPicPr>
        <p:blipFill>
          <a:blip r:embed="rId3"/>
          <a:stretch>
            <a:fillRect/>
          </a:stretch>
        </p:blipFill>
        <p:spPr>
          <a:xfrm rot="5400000">
            <a:off x="8242300" y="698500"/>
            <a:ext cx="431800" cy="25400"/>
          </a:xfrm>
          <a:prstGeom prst="rect">
            <a:avLst/>
          </a:prstGeom>
        </p:spPr>
      </p:pic>
      <p:pic>
        <p:nvPicPr>
          <p:cNvPr id="10" name="Picture 9"/>
          <p:cNvPicPr>
            <a:picLocks noChangeAspect="1"/>
          </p:cNvPicPr>
          <p:nvPr/>
        </p:nvPicPr>
        <p:blipFill>
          <a:blip r:embed="rId3"/>
          <a:stretch>
            <a:fillRect/>
          </a:stretch>
        </p:blipFill>
        <p:spPr>
          <a:xfrm rot="5400000">
            <a:off x="16319500" y="698500"/>
            <a:ext cx="431800" cy="25400"/>
          </a:xfrm>
          <a:prstGeom prst="rect">
            <a:avLst/>
          </a:prstGeom>
        </p:spPr>
      </p:pic>
      <p:sp>
        <p:nvSpPr>
          <p:cNvPr id="11" name="TextBox 13"/>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2" name="TextBox 14"/>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3" name="TextBox 15"/>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08</a:t>
            </a:r>
            <a:endParaRPr lang="en-US" sz="1600" b="0" i="0" u="none" strike="noStrike" dirty="0">
              <a:solidFill>
                <a:srgbClr val="000000"/>
              </a:solidFill>
              <a:latin typeface="Anek Tamil Expanded SemiBold"/>
            </a:endParaRPr>
          </a:p>
        </p:txBody>
      </p:sp>
      <p:sp>
        <p:nvSpPr>
          <p:cNvPr id="14" name="TextBox 16"/>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Tools, Techniques</a:t>
            </a:r>
            <a:endParaRPr lang="en-US" sz="1500" b="0" i="0" u="none" strike="noStrike">
              <a:solidFill>
                <a:srgbClr val="000000"/>
              </a:solidFill>
              <a:latin typeface="Anek Tamil Expanded Regul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alphaModFix amt="70000"/>
          </a:blip>
          <a:stretch>
            <a:fillRect/>
          </a:stretch>
        </p:blipFill>
        <p:spPr>
          <a:xfrm>
            <a:off x="-137374" y="3020413"/>
            <a:ext cx="6345347" cy="6522016"/>
          </a:xfrm>
          <a:prstGeom prst="ellipse">
            <a:avLst/>
          </a:prstGeom>
        </p:spPr>
      </p:pic>
      <p:pic>
        <p:nvPicPr>
          <p:cNvPr id="6" name="Picture 5"/>
          <p:cNvPicPr>
            <a:picLocks noChangeAspect="1"/>
          </p:cNvPicPr>
          <p:nvPr/>
        </p:nvPicPr>
        <p:blipFill>
          <a:blip r:embed="rId2"/>
          <a:stretch>
            <a:fillRect/>
          </a:stretch>
        </p:blipFill>
        <p:spPr>
          <a:xfrm rot="5400000">
            <a:off x="2654300" y="698500"/>
            <a:ext cx="431800" cy="25400"/>
          </a:xfrm>
          <a:prstGeom prst="rect">
            <a:avLst/>
          </a:prstGeom>
        </p:spPr>
      </p:pic>
      <p:pic>
        <p:nvPicPr>
          <p:cNvPr id="7" name="Picture 6"/>
          <p:cNvPicPr>
            <a:picLocks noChangeAspect="1"/>
          </p:cNvPicPr>
          <p:nvPr/>
        </p:nvPicPr>
        <p:blipFill>
          <a:blip r:embed="rId3"/>
          <a:stretch>
            <a:fillRect/>
          </a:stretch>
        </p:blipFill>
        <p:spPr>
          <a:xfrm>
            <a:off x="508000" y="482600"/>
            <a:ext cx="17259300" cy="25400"/>
          </a:xfrm>
          <a:prstGeom prst="rect">
            <a:avLst/>
          </a:prstGeom>
        </p:spPr>
      </p:pic>
      <p:pic>
        <p:nvPicPr>
          <p:cNvPr id="8" name="Picture 7"/>
          <p:cNvPicPr>
            <a:picLocks noChangeAspect="1"/>
          </p:cNvPicPr>
          <p:nvPr/>
        </p:nvPicPr>
        <p:blipFill>
          <a:blip r:embed="rId3"/>
          <a:stretch>
            <a:fillRect/>
          </a:stretch>
        </p:blipFill>
        <p:spPr>
          <a:xfrm>
            <a:off x="508000" y="927100"/>
            <a:ext cx="17259300" cy="25400"/>
          </a:xfrm>
          <a:prstGeom prst="rect">
            <a:avLst/>
          </a:prstGeom>
        </p:spPr>
      </p:pic>
      <p:pic>
        <p:nvPicPr>
          <p:cNvPr id="9" name="Picture 8"/>
          <p:cNvPicPr>
            <a:picLocks noChangeAspect="1"/>
          </p:cNvPicPr>
          <p:nvPr/>
        </p:nvPicPr>
        <p:blipFill>
          <a:blip r:embed="rId2"/>
          <a:stretch>
            <a:fillRect/>
          </a:stretch>
        </p:blipFill>
        <p:spPr>
          <a:xfrm rot="5400000">
            <a:off x="8242300" y="698500"/>
            <a:ext cx="431800" cy="25400"/>
          </a:xfrm>
          <a:prstGeom prst="rect">
            <a:avLst/>
          </a:prstGeom>
        </p:spPr>
      </p:pic>
      <p:pic>
        <p:nvPicPr>
          <p:cNvPr id="10" name="Picture 9"/>
          <p:cNvPicPr>
            <a:picLocks noChangeAspect="1"/>
          </p:cNvPicPr>
          <p:nvPr/>
        </p:nvPicPr>
        <p:blipFill>
          <a:blip r:embed="rId2"/>
          <a:stretch>
            <a:fillRect/>
          </a:stretch>
        </p:blipFill>
        <p:spPr>
          <a:xfrm rot="5400000">
            <a:off x="16319500" y="698500"/>
            <a:ext cx="431800" cy="25400"/>
          </a:xfrm>
          <a:prstGeom prst="rect">
            <a:avLst/>
          </a:prstGeom>
        </p:spPr>
      </p:pic>
      <p:sp>
        <p:nvSpPr>
          <p:cNvPr id="11" name="TextBox 13"/>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2" name="TextBox 14"/>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3" name="TextBox 15"/>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09</a:t>
            </a:r>
            <a:endParaRPr lang="en-US" sz="1600" b="0" i="0" u="none" strike="noStrike" dirty="0">
              <a:solidFill>
                <a:srgbClr val="000000"/>
              </a:solidFill>
              <a:latin typeface="Anek Tamil Expanded SemiBold"/>
            </a:endParaRPr>
          </a:p>
        </p:txBody>
      </p:sp>
      <p:sp>
        <p:nvSpPr>
          <p:cNvPr id="14" name="TextBox 16"/>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Tools, Techniques</a:t>
            </a:r>
            <a:endParaRPr lang="en-US" sz="1500" b="0" i="0" u="none" strike="noStrike">
              <a:solidFill>
                <a:srgbClr val="000000"/>
              </a:solidFill>
              <a:latin typeface="Anek Tamil Expanded Regular"/>
            </a:endParaRPr>
          </a:p>
        </p:txBody>
      </p:sp>
      <p:sp>
        <p:nvSpPr>
          <p:cNvPr id="17" name="AutoShape 3"/>
          <p:cNvSpPr/>
          <p:nvPr/>
        </p:nvSpPr>
        <p:spPr>
          <a:xfrm flipV="1">
            <a:off x="5288448" y="2445834"/>
            <a:ext cx="2861157" cy="2697666"/>
          </a:xfrm>
          <a:prstGeom prst="line">
            <a:avLst/>
          </a:prstGeom>
          <a:ln w="9525" cap="flat">
            <a:solidFill>
              <a:srgbClr val="000000"/>
            </a:solidFill>
            <a:prstDash val="solid"/>
            <a:headEnd type="none" w="sm" len="sm"/>
            <a:tailEnd type="triangle" w="lg" len="med"/>
          </a:ln>
        </p:spPr>
      </p:sp>
      <p:sp>
        <p:nvSpPr>
          <p:cNvPr id="18" name="AutoShape 4"/>
          <p:cNvSpPr/>
          <p:nvPr/>
        </p:nvSpPr>
        <p:spPr>
          <a:xfrm flipV="1">
            <a:off x="5288448" y="4224744"/>
            <a:ext cx="2869724" cy="918756"/>
          </a:xfrm>
          <a:prstGeom prst="line">
            <a:avLst/>
          </a:prstGeom>
          <a:ln w="9525" cap="flat">
            <a:solidFill>
              <a:srgbClr val="000000"/>
            </a:solidFill>
            <a:prstDash val="solid"/>
            <a:headEnd type="none" w="sm" len="sm"/>
            <a:tailEnd type="triangle" w="lg" len="med"/>
          </a:ln>
        </p:spPr>
      </p:sp>
      <p:sp>
        <p:nvSpPr>
          <p:cNvPr id="19" name="AutoShape 5"/>
          <p:cNvSpPr/>
          <p:nvPr/>
        </p:nvSpPr>
        <p:spPr>
          <a:xfrm>
            <a:off x="5288448" y="5143500"/>
            <a:ext cx="2869724" cy="791732"/>
          </a:xfrm>
          <a:prstGeom prst="line">
            <a:avLst/>
          </a:prstGeom>
          <a:ln w="9525" cap="flat">
            <a:solidFill>
              <a:srgbClr val="000000"/>
            </a:solidFill>
            <a:prstDash val="solid"/>
            <a:headEnd type="none" w="sm" len="sm"/>
            <a:tailEnd type="triangle" w="lg" len="med"/>
          </a:ln>
        </p:spPr>
      </p:sp>
      <p:sp>
        <p:nvSpPr>
          <p:cNvPr id="20" name="AutoShape 6"/>
          <p:cNvSpPr/>
          <p:nvPr/>
        </p:nvSpPr>
        <p:spPr>
          <a:xfrm>
            <a:off x="5288448" y="5143500"/>
            <a:ext cx="2869724" cy="2536443"/>
          </a:xfrm>
          <a:prstGeom prst="line">
            <a:avLst/>
          </a:prstGeom>
          <a:ln w="9525" cap="flat">
            <a:solidFill>
              <a:srgbClr val="000000"/>
            </a:solidFill>
            <a:prstDash val="solid"/>
            <a:headEnd type="none" w="sm" len="sm"/>
            <a:tailEnd type="triangle" w="lg" len="med"/>
          </a:ln>
        </p:spPr>
      </p:sp>
      <p:sp>
        <p:nvSpPr>
          <p:cNvPr id="23" name="TextBox 9"/>
          <p:cNvSpPr txBox="1"/>
          <p:nvPr/>
        </p:nvSpPr>
        <p:spPr>
          <a:xfrm>
            <a:off x="1428053" y="3599366"/>
            <a:ext cx="3461046" cy="3257282"/>
          </a:xfrm>
          <a:prstGeom prst="rect">
            <a:avLst/>
          </a:prstGeom>
        </p:spPr>
        <p:txBody>
          <a:bodyPr lIns="50800" tIns="50800" rIns="50800" bIns="50800" rtlCol="0" anchor="ctr"/>
          <a:lstStyle/>
          <a:p>
            <a:pPr marL="0" lvl="0" indent="0" algn="ctr">
              <a:lnSpc>
                <a:spcPts val="5500"/>
              </a:lnSpc>
            </a:pPr>
            <a:r>
              <a:rPr lang="en-US" sz="4800" b="1" dirty="0">
                <a:solidFill>
                  <a:srgbClr val="000000"/>
                </a:solidFill>
                <a:latin typeface="Anek Tamil Expanded Regular"/>
                <a:sym typeface="Source Serif Pro"/>
              </a:rPr>
              <a:t>Add main goal here.</a:t>
            </a:r>
            <a:endParaRPr lang="en-US" sz="4800" b="1" dirty="0">
              <a:solidFill>
                <a:srgbClr val="000000"/>
              </a:solidFill>
              <a:latin typeface="Anek Tamil Expanded Regular"/>
              <a:sym typeface="Source Serif Pro"/>
            </a:endParaRPr>
          </a:p>
          <a:p>
            <a:pPr marL="0" lvl="0" indent="0" algn="ctr">
              <a:lnSpc>
                <a:spcPts val="2150"/>
              </a:lnSpc>
            </a:pPr>
            <a:endParaRPr lang="en-US" sz="5000" u="none" strike="noStrike" dirty="0">
              <a:solidFill>
                <a:srgbClr val="000000"/>
              </a:solidFill>
              <a:latin typeface="Source Serif Pro"/>
              <a:ea typeface="Source Serif Pro"/>
              <a:cs typeface="Source Serif Pro"/>
              <a:sym typeface="Source Serif Pro"/>
            </a:endParaRPr>
          </a:p>
          <a:p>
            <a:pPr marL="0" lvl="0" indent="0" algn="ctr">
              <a:lnSpc>
                <a:spcPts val="2150"/>
              </a:lnSpc>
            </a:pPr>
            <a:r>
              <a:rPr lang="en-US" sz="1650" u="none" strike="noStrike" dirty="0">
                <a:solidFill>
                  <a:srgbClr val="000000"/>
                </a:solidFill>
                <a:latin typeface="Montserrat Regular" panose="02010600030101010101" charset="0"/>
                <a:ea typeface="Lato"/>
                <a:cs typeface="Lato"/>
                <a:sym typeface="Lato"/>
              </a:rPr>
              <a:t>Use this section to briefly explain the main goal of your team or </a:t>
            </a:r>
            <a:r>
              <a:rPr lang="en-US" dirty="0">
                <a:solidFill>
                  <a:srgbClr val="000000"/>
                </a:solidFill>
                <a:latin typeface="Montserrat Regular" panose="02010600030101010101" charset="0"/>
                <a:sym typeface="Lato"/>
              </a:rPr>
              <a:t>company.</a:t>
            </a:r>
            <a:endParaRPr lang="en-US" dirty="0">
              <a:solidFill>
                <a:srgbClr val="000000"/>
              </a:solidFill>
              <a:latin typeface="Montserrat Regular" panose="02010600030101010101" charset="0"/>
              <a:sym typeface="Lato"/>
            </a:endParaRPr>
          </a:p>
        </p:txBody>
      </p:sp>
      <p:sp>
        <p:nvSpPr>
          <p:cNvPr id="24" name="TextBox 10"/>
          <p:cNvSpPr txBox="1"/>
          <p:nvPr/>
        </p:nvSpPr>
        <p:spPr>
          <a:xfrm>
            <a:off x="13439794" y="1862019"/>
            <a:ext cx="3819506" cy="1158394"/>
          </a:xfrm>
          <a:prstGeom prst="rect">
            <a:avLst/>
          </a:prstGeom>
        </p:spPr>
        <p:txBody>
          <a:bodyPr lIns="0" tIns="0" rIns="0" bIns="0" rtlCol="0" anchor="t">
            <a:spAutoFit/>
          </a:bodyPr>
          <a:lstStyle/>
          <a:p>
            <a:pPr algn="l">
              <a:lnSpc>
                <a:spcPts val="2315"/>
              </a:lnSpc>
            </a:pPr>
            <a:r>
              <a:rPr lang="en-US" sz="1650" dirty="0">
                <a:solidFill>
                  <a:srgbClr val="000000"/>
                </a:solidFill>
                <a:latin typeface="Montserrat Regular" panose="02010600030101010101" charset="0"/>
                <a:cs typeface="Lato"/>
                <a:sym typeface="Lato"/>
              </a:rPr>
              <a:t>Share information about the subgoal here. It can be a target date of completion, assigned personnel, or  other relevant details. </a:t>
            </a:r>
            <a:endParaRPr lang="en-US" sz="1650" dirty="0">
              <a:solidFill>
                <a:srgbClr val="000000"/>
              </a:solidFill>
              <a:latin typeface="Montserrat Regular" panose="02010600030101010101" charset="0"/>
              <a:cs typeface="Lato"/>
              <a:sym typeface="Lato"/>
            </a:endParaRPr>
          </a:p>
        </p:txBody>
      </p:sp>
      <p:sp>
        <p:nvSpPr>
          <p:cNvPr id="25" name="TextBox 11"/>
          <p:cNvSpPr txBox="1"/>
          <p:nvPr/>
        </p:nvSpPr>
        <p:spPr>
          <a:xfrm>
            <a:off x="13439794" y="3640929"/>
            <a:ext cx="3819506" cy="1158394"/>
          </a:xfrm>
          <a:prstGeom prst="rect">
            <a:avLst/>
          </a:prstGeom>
        </p:spPr>
        <p:txBody>
          <a:bodyPr lIns="0" tIns="0" rIns="0" bIns="0" rtlCol="0" anchor="t">
            <a:spAutoFit/>
          </a:bodyPr>
          <a:lstStyle/>
          <a:p>
            <a:pPr algn="l">
              <a:lnSpc>
                <a:spcPts val="2315"/>
              </a:lnSpc>
            </a:pPr>
            <a:r>
              <a:rPr lang="en-US" sz="1650" dirty="0">
                <a:solidFill>
                  <a:srgbClr val="000000"/>
                </a:solidFill>
                <a:latin typeface="Montserrat Regular" panose="02010600030101010101" charset="0"/>
                <a:cs typeface="Lato"/>
                <a:sym typeface="Lato"/>
              </a:rPr>
              <a:t>Share information about the subgoal here. It can be a target date of completion, assigned personnel, or other relevant details. </a:t>
            </a:r>
            <a:endParaRPr lang="en-US" sz="1650" dirty="0">
              <a:solidFill>
                <a:srgbClr val="000000"/>
              </a:solidFill>
              <a:latin typeface="Montserrat Regular" panose="02010600030101010101" charset="0"/>
              <a:cs typeface="Lato"/>
              <a:sym typeface="Lato"/>
            </a:endParaRPr>
          </a:p>
        </p:txBody>
      </p:sp>
      <p:sp>
        <p:nvSpPr>
          <p:cNvPr id="26" name="TextBox 12"/>
          <p:cNvSpPr txBox="1"/>
          <p:nvPr/>
        </p:nvSpPr>
        <p:spPr>
          <a:xfrm>
            <a:off x="13439794" y="5516956"/>
            <a:ext cx="3819506" cy="1147365"/>
          </a:xfrm>
          <a:prstGeom prst="rect">
            <a:avLst/>
          </a:prstGeom>
        </p:spPr>
        <p:txBody>
          <a:bodyPr lIns="0" tIns="0" rIns="0" bIns="0" rtlCol="0" anchor="t">
            <a:spAutoFit/>
          </a:bodyPr>
          <a:lstStyle/>
          <a:p>
            <a:pPr>
              <a:lnSpc>
                <a:spcPts val="2315"/>
              </a:lnSpc>
            </a:pPr>
            <a:r>
              <a:rPr lang="en-US" sz="1650" dirty="0">
                <a:solidFill>
                  <a:srgbClr val="000000"/>
                </a:solidFill>
                <a:latin typeface="Montserrat Regular" panose="02010600030101010101" charset="0"/>
                <a:cs typeface="Lato"/>
                <a:sym typeface="Lato"/>
              </a:rPr>
              <a:t>Share information about the subgoal here. It can be a target date of completion, assigned personnel, or other relevant details. </a:t>
            </a:r>
            <a:endParaRPr lang="en-US" sz="1650" dirty="0">
              <a:solidFill>
                <a:srgbClr val="000000"/>
              </a:solidFill>
              <a:latin typeface="Montserrat Regular" panose="02010600030101010101" charset="0"/>
              <a:cs typeface="Lato"/>
              <a:sym typeface="Lato"/>
            </a:endParaRPr>
          </a:p>
        </p:txBody>
      </p:sp>
      <p:sp>
        <p:nvSpPr>
          <p:cNvPr id="27" name="TextBox 13"/>
          <p:cNvSpPr txBox="1"/>
          <p:nvPr/>
        </p:nvSpPr>
        <p:spPr>
          <a:xfrm>
            <a:off x="13439794" y="7282362"/>
            <a:ext cx="3819506" cy="1147365"/>
          </a:xfrm>
          <a:prstGeom prst="rect">
            <a:avLst/>
          </a:prstGeom>
        </p:spPr>
        <p:txBody>
          <a:bodyPr lIns="0" tIns="0" rIns="0" bIns="0" rtlCol="0" anchor="t">
            <a:spAutoFit/>
          </a:bodyPr>
          <a:lstStyle/>
          <a:p>
            <a:pPr>
              <a:lnSpc>
                <a:spcPts val="2315"/>
              </a:lnSpc>
            </a:pPr>
            <a:r>
              <a:rPr lang="en-US" sz="1650" dirty="0">
                <a:solidFill>
                  <a:srgbClr val="000000"/>
                </a:solidFill>
                <a:latin typeface="Montserrat Regular" panose="02010600030101010101" charset="0"/>
                <a:cs typeface="Lato"/>
                <a:sym typeface="Lato"/>
              </a:rPr>
              <a:t>Share information about the subgoal here. It can be a target date of completion, assigned personnel, or other relevant details. </a:t>
            </a:r>
            <a:endParaRPr lang="en-US" sz="1650" dirty="0">
              <a:solidFill>
                <a:srgbClr val="000000"/>
              </a:solidFill>
              <a:latin typeface="Montserrat Regular" panose="02010600030101010101" charset="0"/>
              <a:cs typeface="Lato"/>
              <a:sym typeface="Lato"/>
            </a:endParaRPr>
          </a:p>
        </p:txBody>
      </p:sp>
      <p:grpSp>
        <p:nvGrpSpPr>
          <p:cNvPr id="28" name="Group 14"/>
          <p:cNvGrpSpPr/>
          <p:nvPr/>
        </p:nvGrpSpPr>
        <p:grpSpPr>
          <a:xfrm>
            <a:off x="8149605" y="1934366"/>
            <a:ext cx="4367828" cy="1022937"/>
            <a:chOff x="0" y="0"/>
            <a:chExt cx="1503482" cy="352113"/>
          </a:xfrm>
        </p:grpSpPr>
        <p:sp>
          <p:nvSpPr>
            <p:cNvPr id="29" name="Freeform 15"/>
            <p:cNvSpPr/>
            <p:nvPr/>
          </p:nvSpPr>
          <p:spPr>
            <a:xfrm>
              <a:off x="0" y="0"/>
              <a:ext cx="1503482" cy="352113"/>
            </a:xfrm>
            <a:custGeom>
              <a:avLst/>
              <a:gdLst/>
              <a:ahLst/>
              <a:cxnLst/>
              <a:rect l="l" t="t" r="r" b="b"/>
              <a:pathLst>
                <a:path w="1503482" h="352113">
                  <a:moveTo>
                    <a:pt x="86852" y="0"/>
                  </a:moveTo>
                  <a:lnTo>
                    <a:pt x="1416630" y="0"/>
                  </a:lnTo>
                  <a:cubicBezTo>
                    <a:pt x="1464597" y="0"/>
                    <a:pt x="1503482" y="38885"/>
                    <a:pt x="1503482" y="86852"/>
                  </a:cubicBezTo>
                  <a:lnTo>
                    <a:pt x="1503482" y="265261"/>
                  </a:lnTo>
                  <a:cubicBezTo>
                    <a:pt x="1503482" y="288295"/>
                    <a:pt x="1494332" y="310386"/>
                    <a:pt x="1478044" y="326674"/>
                  </a:cubicBezTo>
                  <a:cubicBezTo>
                    <a:pt x="1461756" y="342962"/>
                    <a:pt x="1439665" y="352113"/>
                    <a:pt x="1416630" y="352113"/>
                  </a:cubicBezTo>
                  <a:lnTo>
                    <a:pt x="86852" y="352113"/>
                  </a:lnTo>
                  <a:cubicBezTo>
                    <a:pt x="38885" y="352113"/>
                    <a:pt x="0" y="313228"/>
                    <a:pt x="0" y="265261"/>
                  </a:cubicBezTo>
                  <a:lnTo>
                    <a:pt x="0" y="86852"/>
                  </a:lnTo>
                  <a:cubicBezTo>
                    <a:pt x="0" y="63817"/>
                    <a:pt x="9150" y="41726"/>
                    <a:pt x="25438" y="25438"/>
                  </a:cubicBezTo>
                  <a:cubicBezTo>
                    <a:pt x="41726" y="9150"/>
                    <a:pt x="63817" y="0"/>
                    <a:pt x="86852" y="0"/>
                  </a:cubicBezTo>
                  <a:close/>
                </a:path>
              </a:pathLst>
            </a:custGeom>
            <a:solidFill>
              <a:srgbClr val="000000">
                <a:alpha val="0"/>
              </a:srgbClr>
            </a:solidFill>
            <a:ln w="9525" cap="rnd">
              <a:solidFill>
                <a:srgbClr val="000000"/>
              </a:solidFill>
              <a:prstDash val="solid"/>
              <a:round/>
            </a:ln>
          </p:spPr>
        </p:sp>
        <p:sp>
          <p:nvSpPr>
            <p:cNvPr id="30" name="TextBox 16"/>
            <p:cNvSpPr txBox="1"/>
            <p:nvPr/>
          </p:nvSpPr>
          <p:spPr>
            <a:xfrm>
              <a:off x="0" y="-57150"/>
              <a:ext cx="1503482" cy="409263"/>
            </a:xfrm>
            <a:prstGeom prst="rect">
              <a:avLst/>
            </a:prstGeom>
          </p:spPr>
          <p:txBody>
            <a:bodyPr lIns="50800" tIns="50800" rIns="50800" bIns="50800" rtlCol="0" anchor="ctr"/>
            <a:lstStyle/>
            <a:p>
              <a:pPr marL="0" lvl="0" indent="0" algn="ctr">
                <a:lnSpc>
                  <a:spcPts val="4340"/>
                </a:lnSpc>
                <a:spcBef>
                  <a:spcPct val="0"/>
                </a:spcBef>
              </a:pPr>
              <a:r>
                <a:rPr lang="en-US" sz="2800" b="1" dirty="0">
                  <a:solidFill>
                    <a:srgbClr val="000000"/>
                  </a:solidFill>
                  <a:latin typeface="Montserrat Regular" panose="02010600030101010101" charset="0"/>
                  <a:cs typeface="Lato"/>
                  <a:sym typeface="Source Serif Pro"/>
                </a:rPr>
                <a:t>Add subgoal here</a:t>
              </a:r>
              <a:endParaRPr lang="en-US" sz="2800" b="1" dirty="0">
                <a:solidFill>
                  <a:srgbClr val="000000"/>
                </a:solidFill>
                <a:latin typeface="Montserrat Regular" panose="02010600030101010101" charset="0"/>
                <a:cs typeface="Lato"/>
                <a:sym typeface="Source Serif Pro"/>
              </a:endParaRPr>
            </a:p>
          </p:txBody>
        </p:sp>
      </p:grpSp>
      <p:grpSp>
        <p:nvGrpSpPr>
          <p:cNvPr id="31" name="Group 17"/>
          <p:cNvGrpSpPr/>
          <p:nvPr/>
        </p:nvGrpSpPr>
        <p:grpSpPr>
          <a:xfrm>
            <a:off x="8158172" y="3713251"/>
            <a:ext cx="4367828" cy="1022985"/>
            <a:chOff x="0" y="0"/>
            <a:chExt cx="1503482" cy="352129"/>
          </a:xfrm>
        </p:grpSpPr>
        <p:sp>
          <p:nvSpPr>
            <p:cNvPr id="32" name="Freeform 18"/>
            <p:cNvSpPr/>
            <p:nvPr/>
          </p:nvSpPr>
          <p:spPr>
            <a:xfrm>
              <a:off x="0" y="0"/>
              <a:ext cx="1503482" cy="352129"/>
            </a:xfrm>
            <a:custGeom>
              <a:avLst/>
              <a:gdLst/>
              <a:ahLst/>
              <a:cxnLst/>
              <a:rect l="l" t="t" r="r" b="b"/>
              <a:pathLst>
                <a:path w="1503482" h="352129">
                  <a:moveTo>
                    <a:pt x="86852" y="0"/>
                  </a:moveTo>
                  <a:lnTo>
                    <a:pt x="1416630" y="0"/>
                  </a:lnTo>
                  <a:cubicBezTo>
                    <a:pt x="1464597" y="0"/>
                    <a:pt x="1503482" y="38885"/>
                    <a:pt x="1503482" y="86852"/>
                  </a:cubicBezTo>
                  <a:lnTo>
                    <a:pt x="1503482" y="265277"/>
                  </a:lnTo>
                  <a:cubicBezTo>
                    <a:pt x="1503482" y="288312"/>
                    <a:pt x="1494332" y="310403"/>
                    <a:pt x="1478044" y="326691"/>
                  </a:cubicBezTo>
                  <a:cubicBezTo>
                    <a:pt x="1461756" y="342979"/>
                    <a:pt x="1439665" y="352129"/>
                    <a:pt x="1416630" y="352129"/>
                  </a:cubicBezTo>
                  <a:lnTo>
                    <a:pt x="86852" y="352129"/>
                  </a:lnTo>
                  <a:cubicBezTo>
                    <a:pt x="63817" y="352129"/>
                    <a:pt x="41726" y="342979"/>
                    <a:pt x="25438" y="326691"/>
                  </a:cubicBezTo>
                  <a:cubicBezTo>
                    <a:pt x="9150" y="310403"/>
                    <a:pt x="0" y="288312"/>
                    <a:pt x="0" y="265277"/>
                  </a:cubicBezTo>
                  <a:lnTo>
                    <a:pt x="0" y="86852"/>
                  </a:lnTo>
                  <a:cubicBezTo>
                    <a:pt x="0" y="63817"/>
                    <a:pt x="9150" y="41726"/>
                    <a:pt x="25438" y="25438"/>
                  </a:cubicBezTo>
                  <a:cubicBezTo>
                    <a:pt x="41726" y="9150"/>
                    <a:pt x="63817" y="0"/>
                    <a:pt x="86852" y="0"/>
                  </a:cubicBezTo>
                  <a:close/>
                </a:path>
              </a:pathLst>
            </a:custGeom>
            <a:solidFill>
              <a:srgbClr val="000000">
                <a:alpha val="0"/>
              </a:srgbClr>
            </a:solidFill>
            <a:ln w="9525" cap="rnd">
              <a:solidFill>
                <a:srgbClr val="000000"/>
              </a:solidFill>
              <a:prstDash val="solid"/>
              <a:round/>
            </a:ln>
          </p:spPr>
        </p:sp>
        <p:sp>
          <p:nvSpPr>
            <p:cNvPr id="33" name="TextBox 19"/>
            <p:cNvSpPr txBox="1"/>
            <p:nvPr/>
          </p:nvSpPr>
          <p:spPr>
            <a:xfrm>
              <a:off x="0" y="-57150"/>
              <a:ext cx="1503482" cy="409279"/>
            </a:xfrm>
            <a:prstGeom prst="rect">
              <a:avLst/>
            </a:prstGeom>
          </p:spPr>
          <p:txBody>
            <a:bodyPr lIns="50800" tIns="50800" rIns="50800" bIns="50800" rtlCol="0" anchor="ctr"/>
            <a:lstStyle/>
            <a:p>
              <a:pPr algn="ctr">
                <a:lnSpc>
                  <a:spcPts val="4340"/>
                </a:lnSpc>
                <a:spcBef>
                  <a:spcPct val="0"/>
                </a:spcBef>
              </a:pPr>
              <a:r>
                <a:rPr lang="en-US" sz="2800" b="1" dirty="0">
                  <a:solidFill>
                    <a:srgbClr val="000000"/>
                  </a:solidFill>
                  <a:latin typeface="Montserrat Regular" panose="02010600030101010101" charset="0"/>
                  <a:cs typeface="Lato"/>
                  <a:sym typeface="Source Serif Pro"/>
                </a:rPr>
                <a:t>Add subgoal here.</a:t>
              </a:r>
              <a:endParaRPr lang="en-US" sz="2800" b="1" dirty="0">
                <a:solidFill>
                  <a:srgbClr val="000000"/>
                </a:solidFill>
                <a:latin typeface="Montserrat Regular" panose="02010600030101010101" charset="0"/>
                <a:cs typeface="Lato"/>
                <a:sym typeface="Source Serif Pro"/>
              </a:endParaRPr>
            </a:p>
          </p:txBody>
        </p:sp>
      </p:grpSp>
      <p:grpSp>
        <p:nvGrpSpPr>
          <p:cNvPr id="34" name="Group 20"/>
          <p:cNvGrpSpPr/>
          <p:nvPr/>
        </p:nvGrpSpPr>
        <p:grpSpPr>
          <a:xfrm>
            <a:off x="8158172" y="5423740"/>
            <a:ext cx="4367828" cy="1022985"/>
            <a:chOff x="0" y="0"/>
            <a:chExt cx="1503482" cy="352129"/>
          </a:xfrm>
        </p:grpSpPr>
        <p:sp>
          <p:nvSpPr>
            <p:cNvPr id="35" name="Freeform 21"/>
            <p:cNvSpPr/>
            <p:nvPr/>
          </p:nvSpPr>
          <p:spPr>
            <a:xfrm>
              <a:off x="0" y="0"/>
              <a:ext cx="1503482" cy="352129"/>
            </a:xfrm>
            <a:custGeom>
              <a:avLst/>
              <a:gdLst/>
              <a:ahLst/>
              <a:cxnLst/>
              <a:rect l="l" t="t" r="r" b="b"/>
              <a:pathLst>
                <a:path w="1503482" h="352129">
                  <a:moveTo>
                    <a:pt x="86852" y="0"/>
                  </a:moveTo>
                  <a:lnTo>
                    <a:pt x="1416630" y="0"/>
                  </a:lnTo>
                  <a:cubicBezTo>
                    <a:pt x="1464597" y="0"/>
                    <a:pt x="1503482" y="38885"/>
                    <a:pt x="1503482" y="86852"/>
                  </a:cubicBezTo>
                  <a:lnTo>
                    <a:pt x="1503482" y="265277"/>
                  </a:lnTo>
                  <a:cubicBezTo>
                    <a:pt x="1503482" y="288312"/>
                    <a:pt x="1494332" y="310403"/>
                    <a:pt x="1478044" y="326691"/>
                  </a:cubicBezTo>
                  <a:cubicBezTo>
                    <a:pt x="1461756" y="342979"/>
                    <a:pt x="1439665" y="352129"/>
                    <a:pt x="1416630" y="352129"/>
                  </a:cubicBezTo>
                  <a:lnTo>
                    <a:pt x="86852" y="352129"/>
                  </a:lnTo>
                  <a:cubicBezTo>
                    <a:pt x="63817" y="352129"/>
                    <a:pt x="41726" y="342979"/>
                    <a:pt x="25438" y="326691"/>
                  </a:cubicBezTo>
                  <a:cubicBezTo>
                    <a:pt x="9150" y="310403"/>
                    <a:pt x="0" y="288312"/>
                    <a:pt x="0" y="265277"/>
                  </a:cubicBezTo>
                  <a:lnTo>
                    <a:pt x="0" y="86852"/>
                  </a:lnTo>
                  <a:cubicBezTo>
                    <a:pt x="0" y="63817"/>
                    <a:pt x="9150" y="41726"/>
                    <a:pt x="25438" y="25438"/>
                  </a:cubicBezTo>
                  <a:cubicBezTo>
                    <a:pt x="41726" y="9150"/>
                    <a:pt x="63817" y="0"/>
                    <a:pt x="86852" y="0"/>
                  </a:cubicBezTo>
                  <a:close/>
                </a:path>
              </a:pathLst>
            </a:custGeom>
            <a:solidFill>
              <a:srgbClr val="000000">
                <a:alpha val="0"/>
              </a:srgbClr>
            </a:solidFill>
            <a:ln w="9525" cap="rnd">
              <a:solidFill>
                <a:srgbClr val="000000"/>
              </a:solidFill>
              <a:prstDash val="solid"/>
              <a:round/>
            </a:ln>
          </p:spPr>
        </p:sp>
        <p:sp>
          <p:nvSpPr>
            <p:cNvPr id="36" name="TextBox 22"/>
            <p:cNvSpPr txBox="1"/>
            <p:nvPr/>
          </p:nvSpPr>
          <p:spPr>
            <a:xfrm>
              <a:off x="0" y="-57150"/>
              <a:ext cx="1503482" cy="409279"/>
            </a:xfrm>
            <a:prstGeom prst="rect">
              <a:avLst/>
            </a:prstGeom>
          </p:spPr>
          <p:txBody>
            <a:bodyPr lIns="50800" tIns="50800" rIns="50800" bIns="50800" rtlCol="0" anchor="ctr"/>
            <a:lstStyle/>
            <a:p>
              <a:pPr lvl="0" indent="0" algn="ctr">
                <a:lnSpc>
                  <a:spcPts val="4340"/>
                </a:lnSpc>
                <a:spcBef>
                  <a:spcPct val="0"/>
                </a:spcBef>
              </a:pPr>
              <a:r>
                <a:rPr lang="en-US" sz="2800" b="1" dirty="0">
                  <a:solidFill>
                    <a:srgbClr val="000000"/>
                  </a:solidFill>
                  <a:latin typeface="Montserrat Regular" panose="02010600030101010101" charset="0"/>
                  <a:cs typeface="Lato"/>
                  <a:sym typeface="Source Serif Pro"/>
                </a:rPr>
                <a:t>Add subgoal here.</a:t>
              </a:r>
              <a:endParaRPr lang="en-US" sz="2800" b="1" dirty="0">
                <a:solidFill>
                  <a:srgbClr val="000000"/>
                </a:solidFill>
                <a:latin typeface="Montserrat Regular" panose="02010600030101010101" charset="0"/>
                <a:cs typeface="Lato"/>
                <a:sym typeface="Source Serif Pro"/>
              </a:endParaRPr>
            </a:p>
          </p:txBody>
        </p:sp>
      </p:grpSp>
      <p:grpSp>
        <p:nvGrpSpPr>
          <p:cNvPr id="37" name="Group 23"/>
          <p:cNvGrpSpPr/>
          <p:nvPr/>
        </p:nvGrpSpPr>
        <p:grpSpPr>
          <a:xfrm>
            <a:off x="8158172" y="7168451"/>
            <a:ext cx="4367828" cy="1022985"/>
            <a:chOff x="0" y="0"/>
            <a:chExt cx="1503482" cy="352129"/>
          </a:xfrm>
        </p:grpSpPr>
        <p:sp>
          <p:nvSpPr>
            <p:cNvPr id="38" name="Freeform 24"/>
            <p:cNvSpPr/>
            <p:nvPr/>
          </p:nvSpPr>
          <p:spPr>
            <a:xfrm>
              <a:off x="0" y="0"/>
              <a:ext cx="1503482" cy="352129"/>
            </a:xfrm>
            <a:custGeom>
              <a:avLst/>
              <a:gdLst/>
              <a:ahLst/>
              <a:cxnLst/>
              <a:rect l="l" t="t" r="r" b="b"/>
              <a:pathLst>
                <a:path w="1503482" h="352129">
                  <a:moveTo>
                    <a:pt x="86852" y="0"/>
                  </a:moveTo>
                  <a:lnTo>
                    <a:pt x="1416630" y="0"/>
                  </a:lnTo>
                  <a:cubicBezTo>
                    <a:pt x="1464597" y="0"/>
                    <a:pt x="1503482" y="38885"/>
                    <a:pt x="1503482" y="86852"/>
                  </a:cubicBezTo>
                  <a:lnTo>
                    <a:pt x="1503482" y="265277"/>
                  </a:lnTo>
                  <a:cubicBezTo>
                    <a:pt x="1503482" y="288312"/>
                    <a:pt x="1494332" y="310403"/>
                    <a:pt x="1478044" y="326691"/>
                  </a:cubicBezTo>
                  <a:cubicBezTo>
                    <a:pt x="1461756" y="342979"/>
                    <a:pt x="1439665" y="352129"/>
                    <a:pt x="1416630" y="352129"/>
                  </a:cubicBezTo>
                  <a:lnTo>
                    <a:pt x="86852" y="352129"/>
                  </a:lnTo>
                  <a:cubicBezTo>
                    <a:pt x="63817" y="352129"/>
                    <a:pt x="41726" y="342979"/>
                    <a:pt x="25438" y="326691"/>
                  </a:cubicBezTo>
                  <a:cubicBezTo>
                    <a:pt x="9150" y="310403"/>
                    <a:pt x="0" y="288312"/>
                    <a:pt x="0" y="265277"/>
                  </a:cubicBezTo>
                  <a:lnTo>
                    <a:pt x="0" y="86852"/>
                  </a:lnTo>
                  <a:cubicBezTo>
                    <a:pt x="0" y="63817"/>
                    <a:pt x="9150" y="41726"/>
                    <a:pt x="25438" y="25438"/>
                  </a:cubicBezTo>
                  <a:cubicBezTo>
                    <a:pt x="41726" y="9150"/>
                    <a:pt x="63817" y="0"/>
                    <a:pt x="86852" y="0"/>
                  </a:cubicBezTo>
                  <a:close/>
                </a:path>
              </a:pathLst>
            </a:custGeom>
            <a:solidFill>
              <a:srgbClr val="000000">
                <a:alpha val="0"/>
              </a:srgbClr>
            </a:solidFill>
            <a:ln w="9525" cap="rnd">
              <a:solidFill>
                <a:srgbClr val="000000"/>
              </a:solidFill>
              <a:prstDash val="solid"/>
              <a:round/>
            </a:ln>
          </p:spPr>
        </p:sp>
        <p:sp>
          <p:nvSpPr>
            <p:cNvPr id="39" name="TextBox 25"/>
            <p:cNvSpPr txBox="1"/>
            <p:nvPr/>
          </p:nvSpPr>
          <p:spPr>
            <a:xfrm>
              <a:off x="0" y="-57150"/>
              <a:ext cx="1503482" cy="409279"/>
            </a:xfrm>
            <a:prstGeom prst="rect">
              <a:avLst/>
            </a:prstGeom>
          </p:spPr>
          <p:txBody>
            <a:bodyPr lIns="50800" tIns="50800" rIns="50800" bIns="50800" rtlCol="0" anchor="ctr"/>
            <a:lstStyle/>
            <a:p>
              <a:pPr algn="ctr">
                <a:lnSpc>
                  <a:spcPts val="4340"/>
                </a:lnSpc>
                <a:spcBef>
                  <a:spcPct val="0"/>
                </a:spcBef>
              </a:pPr>
              <a:r>
                <a:rPr lang="en-US" sz="2800" b="1" dirty="0">
                  <a:solidFill>
                    <a:srgbClr val="000000"/>
                  </a:solidFill>
                  <a:latin typeface="Montserrat Regular" panose="02010600030101010101" charset="0"/>
                  <a:cs typeface="Lato"/>
                  <a:sym typeface="Source Serif Pro"/>
                </a:rPr>
                <a:t>Add subgoal here.</a:t>
              </a:r>
              <a:endParaRPr lang="en-US" sz="2800" b="1" dirty="0">
                <a:solidFill>
                  <a:srgbClr val="000000"/>
                </a:solidFill>
                <a:latin typeface="Montserrat Regular" panose="02010600030101010101" charset="0"/>
                <a:cs typeface="Lato"/>
                <a:sym typeface="Source Serif Pr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
          <p:cNvPicPr>
            <a:picLocks noChangeAspect="1"/>
          </p:cNvPicPr>
          <p:nvPr/>
        </p:nvPicPr>
        <p:blipFill>
          <a:blip r:embed="rId1">
            <a:alphaModFix amt="70000"/>
          </a:blip>
          <a:stretch>
            <a:fillRect/>
          </a:stretch>
        </p:blipFill>
        <p:spPr>
          <a:xfrm>
            <a:off x="3937000" y="-76200"/>
            <a:ext cx="14376400" cy="12763500"/>
          </a:xfrm>
          <a:prstGeom prst="rect">
            <a:avLst/>
          </a:prstGeom>
        </p:spPr>
      </p:pic>
      <p:pic>
        <p:nvPicPr>
          <p:cNvPr id="6" name="Picture 5"/>
          <p:cNvPicPr>
            <a:picLocks noChangeAspect="1"/>
          </p:cNvPicPr>
          <p:nvPr/>
        </p:nvPicPr>
        <p:blipFill>
          <a:blip r:embed="rId2"/>
          <a:stretch>
            <a:fillRect/>
          </a:stretch>
        </p:blipFill>
        <p:spPr>
          <a:xfrm rot="5400000">
            <a:off x="2654300" y="698500"/>
            <a:ext cx="431800" cy="25400"/>
          </a:xfrm>
          <a:prstGeom prst="rect">
            <a:avLst/>
          </a:prstGeom>
        </p:spPr>
      </p:pic>
      <p:pic>
        <p:nvPicPr>
          <p:cNvPr id="7" name="Picture 6"/>
          <p:cNvPicPr>
            <a:picLocks noChangeAspect="1"/>
          </p:cNvPicPr>
          <p:nvPr/>
        </p:nvPicPr>
        <p:blipFill>
          <a:blip r:embed="rId3"/>
          <a:stretch>
            <a:fillRect/>
          </a:stretch>
        </p:blipFill>
        <p:spPr>
          <a:xfrm>
            <a:off x="508000" y="482600"/>
            <a:ext cx="17259300" cy="25400"/>
          </a:xfrm>
          <a:prstGeom prst="rect">
            <a:avLst/>
          </a:prstGeom>
        </p:spPr>
      </p:pic>
      <p:pic>
        <p:nvPicPr>
          <p:cNvPr id="8" name="Picture 7"/>
          <p:cNvPicPr>
            <a:picLocks noChangeAspect="1"/>
          </p:cNvPicPr>
          <p:nvPr/>
        </p:nvPicPr>
        <p:blipFill>
          <a:blip r:embed="rId3"/>
          <a:stretch>
            <a:fillRect/>
          </a:stretch>
        </p:blipFill>
        <p:spPr>
          <a:xfrm>
            <a:off x="508000" y="927100"/>
            <a:ext cx="17259300" cy="25400"/>
          </a:xfrm>
          <a:prstGeom prst="rect">
            <a:avLst/>
          </a:prstGeom>
        </p:spPr>
      </p:pic>
      <p:pic>
        <p:nvPicPr>
          <p:cNvPr id="9" name="Picture 8"/>
          <p:cNvPicPr>
            <a:picLocks noChangeAspect="1"/>
          </p:cNvPicPr>
          <p:nvPr/>
        </p:nvPicPr>
        <p:blipFill>
          <a:blip r:embed="rId2"/>
          <a:stretch>
            <a:fillRect/>
          </a:stretch>
        </p:blipFill>
        <p:spPr>
          <a:xfrm rot="5400000">
            <a:off x="8242300" y="698500"/>
            <a:ext cx="431800" cy="25400"/>
          </a:xfrm>
          <a:prstGeom prst="rect">
            <a:avLst/>
          </a:prstGeom>
        </p:spPr>
      </p:pic>
      <p:pic>
        <p:nvPicPr>
          <p:cNvPr id="10" name="Picture 9"/>
          <p:cNvPicPr>
            <a:picLocks noChangeAspect="1"/>
          </p:cNvPicPr>
          <p:nvPr/>
        </p:nvPicPr>
        <p:blipFill>
          <a:blip r:embed="rId2"/>
          <a:stretch>
            <a:fillRect/>
          </a:stretch>
        </p:blipFill>
        <p:spPr>
          <a:xfrm rot="5400000">
            <a:off x="16319500" y="698500"/>
            <a:ext cx="431800" cy="25400"/>
          </a:xfrm>
          <a:prstGeom prst="rect">
            <a:avLst/>
          </a:prstGeom>
        </p:spPr>
      </p:pic>
      <p:sp>
        <p:nvSpPr>
          <p:cNvPr id="11" name="TextBox 13"/>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2" name="TextBox 14"/>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3" name="TextBox 15"/>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10</a:t>
            </a:r>
            <a:endParaRPr lang="en-US" sz="1600" b="0" i="0" u="none" strike="noStrike" dirty="0">
              <a:solidFill>
                <a:srgbClr val="000000"/>
              </a:solidFill>
              <a:latin typeface="Anek Tamil Expanded SemiBold"/>
            </a:endParaRPr>
          </a:p>
        </p:txBody>
      </p:sp>
      <p:sp>
        <p:nvSpPr>
          <p:cNvPr id="14" name="TextBox 16"/>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Tools, Techniques</a:t>
            </a:r>
            <a:endParaRPr lang="en-US" sz="1500" b="0" i="0" u="none" strike="noStrike">
              <a:solidFill>
                <a:srgbClr val="000000"/>
              </a:solidFill>
              <a:latin typeface="Anek Tamil Expanded Regular"/>
            </a:endParaRPr>
          </a:p>
        </p:txBody>
      </p:sp>
      <p:sp>
        <p:nvSpPr>
          <p:cNvPr id="23" name="TextBox 9"/>
          <p:cNvSpPr txBox="1"/>
          <p:nvPr/>
        </p:nvSpPr>
        <p:spPr>
          <a:xfrm>
            <a:off x="466471" y="1785096"/>
            <a:ext cx="7001130" cy="5956409"/>
          </a:xfrm>
          <a:prstGeom prst="rect">
            <a:avLst/>
          </a:prstGeom>
        </p:spPr>
        <p:txBody>
          <a:bodyPr lIns="50800" tIns="50800" rIns="50800" bIns="50800" rtlCol="0" anchor="ctr"/>
          <a:lstStyle/>
          <a:p>
            <a:pPr marL="0" lvl="0" indent="0">
              <a:lnSpc>
                <a:spcPct val="83000"/>
              </a:lnSpc>
            </a:pPr>
            <a:r>
              <a:rPr lang="en-US" sz="8000" dirty="0">
                <a:solidFill>
                  <a:srgbClr val="000000"/>
                </a:solidFill>
                <a:latin typeface="Anek Tamil Expanded Regular"/>
                <a:sym typeface="Source Serif Pro"/>
              </a:rPr>
              <a:t>Diversity</a:t>
            </a:r>
            <a:endParaRPr lang="en-US" sz="8000" dirty="0">
              <a:solidFill>
                <a:srgbClr val="000000"/>
              </a:solidFill>
              <a:latin typeface="Anek Tamil Expanded Regular"/>
              <a:sym typeface="Source Serif Pro"/>
            </a:endParaRPr>
          </a:p>
          <a:p>
            <a:pPr marL="0" lvl="0" indent="0">
              <a:lnSpc>
                <a:spcPct val="83000"/>
              </a:lnSpc>
            </a:pPr>
            <a:r>
              <a:rPr lang="en-US" sz="8000" dirty="0">
                <a:solidFill>
                  <a:srgbClr val="000000"/>
                </a:solidFill>
                <a:latin typeface="Anek Tamil Expanded Regular"/>
                <a:sym typeface="Source Serif Pro"/>
              </a:rPr>
              <a:t>Refers to your workforce</a:t>
            </a:r>
            <a:endParaRPr lang="en-US" sz="8000" dirty="0">
              <a:solidFill>
                <a:srgbClr val="000000"/>
              </a:solidFill>
              <a:latin typeface="Anek Tamil Expanded Regular"/>
              <a:sym typeface="Source Serif Pro"/>
            </a:endParaRPr>
          </a:p>
          <a:p>
            <a:pPr marL="0" lvl="0" indent="0">
              <a:lnSpc>
                <a:spcPts val="2150"/>
              </a:lnSpc>
            </a:pPr>
            <a:endParaRPr lang="en-US" sz="5000" u="none" strike="noStrike" dirty="0">
              <a:solidFill>
                <a:srgbClr val="000000"/>
              </a:solidFill>
              <a:latin typeface="Source Serif Pro"/>
              <a:ea typeface="Source Serif Pro"/>
              <a:cs typeface="Source Serif Pro"/>
              <a:sym typeface="Source Serif Pro"/>
            </a:endParaRPr>
          </a:p>
          <a:p>
            <a:pPr marL="0" lvl="0" indent="0">
              <a:lnSpc>
                <a:spcPts val="2150"/>
              </a:lnSpc>
            </a:pPr>
            <a:r>
              <a:rPr lang="en-US" sz="1650" u="none" strike="noStrike" dirty="0" err="1">
                <a:solidFill>
                  <a:srgbClr val="000000"/>
                </a:solidFill>
                <a:latin typeface="Montserrat Regular" panose="02010600030101010101" charset="0"/>
                <a:ea typeface="Lato"/>
                <a:cs typeface="Lato"/>
                <a:sym typeface="Lato"/>
              </a:rPr>
              <a:t>Phasellus</a:t>
            </a:r>
            <a:r>
              <a:rPr lang="en-US" sz="1650" u="none" strike="noStrike" dirty="0">
                <a:solidFill>
                  <a:srgbClr val="000000"/>
                </a:solidFill>
                <a:latin typeface="Montserrat Regular" panose="02010600030101010101" charset="0"/>
                <a:ea typeface="Lato"/>
                <a:cs typeface="Lato"/>
                <a:sym typeface="Lato"/>
              </a:rPr>
              <a:t> ac eros at </a:t>
            </a:r>
            <a:r>
              <a:rPr lang="en-US" sz="1650" u="none" strike="noStrike" dirty="0" err="1">
                <a:solidFill>
                  <a:srgbClr val="000000"/>
                </a:solidFill>
                <a:latin typeface="Montserrat Regular" panose="02010600030101010101" charset="0"/>
                <a:ea typeface="Lato"/>
                <a:cs typeface="Lato"/>
                <a:sym typeface="Lato"/>
              </a:rPr>
              <a:t>urna</a:t>
            </a:r>
            <a:r>
              <a:rPr lang="en-US" sz="1650" u="none" strike="noStrike" dirty="0">
                <a:solidFill>
                  <a:srgbClr val="000000"/>
                </a:solidFill>
                <a:latin typeface="Montserrat Regular" panose="02010600030101010101" charset="0"/>
                <a:ea typeface="Lato"/>
                <a:cs typeface="Lato"/>
                <a:sym typeface="Lato"/>
              </a:rPr>
              <a:t> </a:t>
            </a:r>
            <a:r>
              <a:rPr lang="en-US" sz="1650" u="none" strike="noStrike" dirty="0" err="1">
                <a:solidFill>
                  <a:srgbClr val="000000"/>
                </a:solidFill>
                <a:latin typeface="Montserrat Regular" panose="02010600030101010101" charset="0"/>
                <a:ea typeface="Lato"/>
                <a:cs typeface="Lato"/>
                <a:sym typeface="Lato"/>
              </a:rPr>
              <a:t>condimentum</a:t>
            </a:r>
            <a:r>
              <a:rPr lang="en-US" sz="1650" u="none" strike="noStrike" dirty="0">
                <a:solidFill>
                  <a:srgbClr val="000000"/>
                </a:solidFill>
                <a:latin typeface="Montserrat Regular" panose="02010600030101010101" charset="0"/>
                <a:ea typeface="Lato"/>
                <a:cs typeface="Lato"/>
                <a:sym typeface="Lato"/>
              </a:rPr>
              <a:t> lacinia. </a:t>
            </a:r>
            <a:r>
              <a:rPr lang="en-US" sz="1650" u="none" strike="noStrike" dirty="0" err="1">
                <a:solidFill>
                  <a:srgbClr val="000000"/>
                </a:solidFill>
                <a:latin typeface="Montserrat Regular" panose="02010600030101010101" charset="0"/>
                <a:ea typeface="Lato"/>
                <a:cs typeface="Lato"/>
                <a:sym typeface="Lato"/>
              </a:rPr>
              <a:t>Pellentesque</a:t>
            </a:r>
            <a:r>
              <a:rPr lang="en-US" sz="1650" u="none" strike="noStrike" dirty="0">
                <a:solidFill>
                  <a:srgbClr val="000000"/>
                </a:solidFill>
                <a:latin typeface="Montserrat Regular" panose="02010600030101010101" charset="0"/>
                <a:ea typeface="Lato"/>
                <a:cs typeface="Lato"/>
                <a:sym typeface="Lato"/>
              </a:rPr>
              <a:t> habitant </a:t>
            </a:r>
            <a:r>
              <a:rPr lang="en-US" sz="1650" u="none" strike="noStrike" dirty="0" err="1">
                <a:solidFill>
                  <a:srgbClr val="000000"/>
                </a:solidFill>
                <a:latin typeface="Montserrat Regular" panose="02010600030101010101" charset="0"/>
                <a:ea typeface="Lato"/>
                <a:cs typeface="Lato"/>
                <a:sym typeface="Lato"/>
              </a:rPr>
              <a:t>morbi</a:t>
            </a:r>
            <a:r>
              <a:rPr lang="en-US" sz="1650" u="none" strike="noStrike" dirty="0">
                <a:solidFill>
                  <a:srgbClr val="000000"/>
                </a:solidFill>
                <a:latin typeface="Montserrat Regular" panose="02010600030101010101" charset="0"/>
                <a:ea typeface="Lato"/>
                <a:cs typeface="Lato"/>
                <a:sym typeface="Lato"/>
              </a:rPr>
              <a:t> </a:t>
            </a:r>
            <a:r>
              <a:rPr lang="en-US" sz="1650" u="none" strike="noStrike" dirty="0" err="1">
                <a:solidFill>
                  <a:srgbClr val="000000"/>
                </a:solidFill>
                <a:latin typeface="Montserrat Regular" panose="02010600030101010101" charset="0"/>
                <a:ea typeface="Lato"/>
                <a:cs typeface="Lato"/>
                <a:sym typeface="Lato"/>
              </a:rPr>
              <a:t>tristique</a:t>
            </a:r>
            <a:r>
              <a:rPr lang="en-US" sz="1650" u="none" strike="noStrike" dirty="0">
                <a:solidFill>
                  <a:srgbClr val="000000"/>
                </a:solidFill>
                <a:latin typeface="Montserrat Regular" panose="02010600030101010101" charset="0"/>
                <a:ea typeface="Lato"/>
                <a:cs typeface="Lato"/>
                <a:sym typeface="Lato"/>
              </a:rPr>
              <a:t> </a:t>
            </a:r>
            <a:r>
              <a:rPr lang="en-US" sz="1650" u="none" strike="noStrike" dirty="0" err="1">
                <a:solidFill>
                  <a:srgbClr val="000000"/>
                </a:solidFill>
                <a:latin typeface="Montserrat Regular" panose="02010600030101010101" charset="0"/>
                <a:ea typeface="Lato"/>
                <a:cs typeface="Lato"/>
                <a:sym typeface="Lato"/>
              </a:rPr>
              <a:t>senectus</a:t>
            </a:r>
            <a:r>
              <a:rPr lang="en-US" sz="1650" u="none" strike="noStrike" dirty="0">
                <a:solidFill>
                  <a:srgbClr val="000000"/>
                </a:solidFill>
                <a:latin typeface="Montserrat Regular" panose="02010600030101010101" charset="0"/>
                <a:ea typeface="Lato"/>
                <a:cs typeface="Lato"/>
                <a:sym typeface="Lato"/>
              </a:rPr>
              <a:t> et </a:t>
            </a:r>
            <a:r>
              <a:rPr lang="en-US" sz="1650" u="none" strike="noStrike" dirty="0" err="1">
                <a:solidFill>
                  <a:srgbClr val="000000"/>
                </a:solidFill>
                <a:latin typeface="Montserrat Regular" panose="02010600030101010101" charset="0"/>
                <a:ea typeface="Lato"/>
                <a:cs typeface="Lato"/>
                <a:sym typeface="Lato"/>
              </a:rPr>
              <a:t>netus</a:t>
            </a:r>
            <a:r>
              <a:rPr lang="en-US" sz="1650" u="none" strike="noStrike" dirty="0">
                <a:solidFill>
                  <a:srgbClr val="000000"/>
                </a:solidFill>
                <a:latin typeface="Montserrat Regular" panose="02010600030101010101" charset="0"/>
                <a:ea typeface="Lato"/>
                <a:cs typeface="Lato"/>
                <a:sym typeface="Lato"/>
              </a:rPr>
              <a:t> et </a:t>
            </a:r>
            <a:r>
              <a:rPr lang="en-US" sz="1650" u="none" strike="noStrike" dirty="0" err="1">
                <a:solidFill>
                  <a:srgbClr val="000000"/>
                </a:solidFill>
                <a:latin typeface="Montserrat Regular" panose="02010600030101010101" charset="0"/>
                <a:ea typeface="Lato"/>
                <a:cs typeface="Lato"/>
                <a:sym typeface="Lato"/>
              </a:rPr>
              <a:t>malesuada</a:t>
            </a:r>
            <a:r>
              <a:rPr lang="en-US" sz="1650" u="none" strike="noStrike" dirty="0">
                <a:solidFill>
                  <a:srgbClr val="000000"/>
                </a:solidFill>
                <a:latin typeface="Montserrat Regular" panose="02010600030101010101" charset="0"/>
                <a:ea typeface="Lato"/>
                <a:cs typeface="Lato"/>
                <a:sym typeface="Lato"/>
              </a:rPr>
              <a:t> fames ac </a:t>
            </a:r>
            <a:r>
              <a:rPr lang="en-US" sz="1650" u="none" strike="noStrike" dirty="0" err="1">
                <a:solidFill>
                  <a:srgbClr val="000000"/>
                </a:solidFill>
                <a:latin typeface="Montserrat Regular" panose="02010600030101010101" charset="0"/>
                <a:ea typeface="Lato"/>
                <a:cs typeface="Lato"/>
                <a:sym typeface="Lato"/>
              </a:rPr>
              <a:t>turpis</a:t>
            </a:r>
            <a:r>
              <a:rPr lang="en-US" sz="1650" u="none" strike="noStrike" dirty="0">
                <a:solidFill>
                  <a:srgbClr val="000000"/>
                </a:solidFill>
                <a:latin typeface="Montserrat Regular" panose="02010600030101010101" charset="0"/>
                <a:ea typeface="Lato"/>
                <a:cs typeface="Lato"/>
                <a:sym typeface="Lato"/>
              </a:rPr>
              <a:t> </a:t>
            </a:r>
            <a:r>
              <a:rPr lang="en-US" sz="1650" u="none" strike="noStrike" dirty="0" err="1">
                <a:solidFill>
                  <a:srgbClr val="000000"/>
                </a:solidFill>
                <a:latin typeface="Montserrat Regular" panose="02010600030101010101" charset="0"/>
                <a:ea typeface="Lato"/>
                <a:cs typeface="Lato"/>
                <a:sym typeface="Lato"/>
              </a:rPr>
              <a:t>egestas</a:t>
            </a:r>
            <a:r>
              <a:rPr lang="en-US" sz="1650" u="none" strike="noStrike" dirty="0">
                <a:solidFill>
                  <a:srgbClr val="000000"/>
                </a:solidFill>
                <a:latin typeface="Montserrat Regular" panose="02010600030101010101" charset="0"/>
                <a:ea typeface="Lato"/>
                <a:cs typeface="Lato"/>
                <a:sym typeface="Lato"/>
              </a:rPr>
              <a:t>. Sed </a:t>
            </a:r>
            <a:r>
              <a:rPr lang="en-US" sz="1650" u="none" strike="noStrike" dirty="0" err="1">
                <a:solidFill>
                  <a:srgbClr val="000000"/>
                </a:solidFill>
                <a:latin typeface="Montserrat Regular" panose="02010600030101010101" charset="0"/>
                <a:ea typeface="Lato"/>
                <a:cs typeface="Lato"/>
                <a:sym typeface="Lato"/>
              </a:rPr>
              <a:t>bibendum</a:t>
            </a:r>
            <a:r>
              <a:rPr lang="en-US" sz="1650" dirty="0">
                <a:solidFill>
                  <a:srgbClr val="000000"/>
                </a:solidFill>
                <a:latin typeface="Montserrat Regular" panose="02010600030101010101" charset="0"/>
                <a:ea typeface="Lato"/>
                <a:cs typeface="Lato"/>
                <a:sym typeface="Lato"/>
              </a:rPr>
              <a:t>.</a:t>
            </a:r>
            <a:endParaRPr lang="en-US" altLang="zh-CN" sz="1650" u="none" strike="noStrike" dirty="0">
              <a:solidFill>
                <a:srgbClr val="000000"/>
              </a:solidFill>
              <a:latin typeface="Montserrat Regular" panose="02010600030101010101" charset="0"/>
              <a:ea typeface="Lato"/>
              <a:cs typeface="Lato"/>
              <a:sym typeface="Lato"/>
            </a:endParaRPr>
          </a:p>
          <a:p>
            <a:pPr marL="0" lvl="0" indent="0">
              <a:lnSpc>
                <a:spcPts val="2150"/>
              </a:lnSpc>
            </a:pPr>
            <a:endParaRPr lang="en-US" sz="1650" u="none" strike="noStrike" dirty="0">
              <a:solidFill>
                <a:srgbClr val="000000"/>
              </a:solidFill>
              <a:latin typeface="Montserrat Regular" panose="02010600030101010101" charset="0"/>
              <a:ea typeface="Lato"/>
              <a:cs typeface="Lato"/>
              <a:sym typeface="Lato"/>
            </a:endParaRPr>
          </a:p>
          <a:p>
            <a:pPr>
              <a:lnSpc>
                <a:spcPts val="2150"/>
              </a:lnSpc>
            </a:pPr>
            <a:r>
              <a:rPr lang="en-US" sz="1650" dirty="0">
                <a:solidFill>
                  <a:srgbClr val="000000"/>
                </a:solidFill>
                <a:latin typeface="Montserrat Regular" panose="02010600030101010101" charset="0"/>
                <a:cs typeface="Lato"/>
                <a:sym typeface="Lato"/>
              </a:rPr>
              <a:t>Use this section to briefly explain the main goal of your team or company.</a:t>
            </a:r>
            <a:endParaRPr lang="en-US" sz="1650" dirty="0">
              <a:solidFill>
                <a:srgbClr val="000000"/>
              </a:solidFill>
              <a:latin typeface="Montserrat Regular" panose="02010600030101010101" charset="0"/>
              <a:cs typeface="Lato"/>
              <a:sym typeface="Lato"/>
            </a:endParaRPr>
          </a:p>
        </p:txBody>
      </p:sp>
      <p:grpSp>
        <p:nvGrpSpPr>
          <p:cNvPr id="40" name="组合 39"/>
          <p:cNvGrpSpPr/>
          <p:nvPr/>
        </p:nvGrpSpPr>
        <p:grpSpPr>
          <a:xfrm>
            <a:off x="9319260" y="5981826"/>
            <a:ext cx="6758940" cy="478977"/>
            <a:chOff x="9319260" y="2887885"/>
            <a:chExt cx="6758940" cy="478977"/>
          </a:xfrm>
        </p:grpSpPr>
        <p:sp>
          <p:nvSpPr>
            <p:cNvPr id="41" name="TextBox 7"/>
            <p:cNvSpPr txBox="1"/>
            <p:nvPr/>
          </p:nvSpPr>
          <p:spPr>
            <a:xfrm>
              <a:off x="9829800" y="2887885"/>
              <a:ext cx="6248400" cy="478977"/>
            </a:xfrm>
            <a:prstGeom prst="rect">
              <a:avLst/>
            </a:prstGeom>
          </p:spPr>
          <p:txBody>
            <a:bodyPr wrap="square" lIns="0" tIns="0" rIns="0" bIns="0" rtlCol="0" anchor="t">
              <a:spAutoFit/>
            </a:bodyPr>
            <a:lstStyle/>
            <a:p>
              <a:pPr algn="l">
                <a:lnSpc>
                  <a:spcPts val="4200"/>
                </a:lnSpc>
              </a:pPr>
              <a:r>
                <a:rPr lang="en-US" sz="2400" dirty="0">
                  <a:solidFill>
                    <a:srgbClr val="000000"/>
                  </a:solidFill>
                  <a:latin typeface="Lato"/>
                  <a:ea typeface="Lato"/>
                  <a:cs typeface="Lato"/>
                  <a:sym typeface="Lato"/>
                </a:rPr>
                <a:t>What is diversity?</a:t>
              </a:r>
              <a:endParaRPr lang="en-US" sz="2400" dirty="0">
                <a:solidFill>
                  <a:srgbClr val="000000"/>
                </a:solidFill>
                <a:latin typeface="Lato"/>
                <a:ea typeface="Lato"/>
                <a:cs typeface="Lato"/>
                <a:sym typeface="Lato"/>
              </a:endParaRPr>
            </a:p>
          </p:txBody>
        </p:sp>
        <p:sp>
          <p:nvSpPr>
            <p:cNvPr id="42" name="椭圆 41"/>
            <p:cNvSpPr/>
            <p:nvPr/>
          </p:nvSpPr>
          <p:spPr>
            <a:xfrm>
              <a:off x="9319260" y="3086100"/>
              <a:ext cx="15240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9319260" y="6642595"/>
            <a:ext cx="8168640" cy="478977"/>
            <a:chOff x="9319260" y="3508554"/>
            <a:chExt cx="8168640" cy="478977"/>
          </a:xfrm>
        </p:grpSpPr>
        <p:sp>
          <p:nvSpPr>
            <p:cNvPr id="44" name="TextBox 7"/>
            <p:cNvSpPr txBox="1"/>
            <p:nvPr/>
          </p:nvSpPr>
          <p:spPr>
            <a:xfrm>
              <a:off x="9829800" y="3508554"/>
              <a:ext cx="7658100" cy="478977"/>
            </a:xfrm>
            <a:prstGeom prst="rect">
              <a:avLst/>
            </a:prstGeom>
          </p:spPr>
          <p:txBody>
            <a:bodyPr wrap="square" lIns="0" tIns="0" rIns="0" bIns="0" rtlCol="0" anchor="t">
              <a:spAutoFit/>
            </a:bodyPr>
            <a:lstStyle/>
            <a:p>
              <a:pPr algn="l">
                <a:lnSpc>
                  <a:spcPts val="4200"/>
                </a:lnSpc>
              </a:pPr>
              <a:r>
                <a:rPr lang="en-US" sz="2400" dirty="0">
                  <a:solidFill>
                    <a:srgbClr val="000000"/>
                  </a:solidFill>
                  <a:latin typeface="Lato"/>
                  <a:ea typeface="Lato"/>
                  <a:cs typeface="Lato"/>
                  <a:sym typeface="Lato"/>
                </a:rPr>
                <a:t>Turn on your cameras.</a:t>
              </a:r>
              <a:endParaRPr lang="en-US" sz="2400" dirty="0">
                <a:solidFill>
                  <a:srgbClr val="000000"/>
                </a:solidFill>
                <a:latin typeface="Lato"/>
                <a:ea typeface="Lato"/>
                <a:cs typeface="Lato"/>
                <a:sym typeface="Lato"/>
              </a:endParaRPr>
            </a:p>
          </p:txBody>
        </p:sp>
        <p:sp>
          <p:nvSpPr>
            <p:cNvPr id="45" name="椭圆 44"/>
            <p:cNvSpPr/>
            <p:nvPr/>
          </p:nvSpPr>
          <p:spPr>
            <a:xfrm>
              <a:off x="9319260" y="3750900"/>
              <a:ext cx="15240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p:cNvGrpSpPr/>
          <p:nvPr/>
        </p:nvGrpSpPr>
        <p:grpSpPr>
          <a:xfrm>
            <a:off x="9319260" y="7303364"/>
            <a:ext cx="8663940" cy="478977"/>
            <a:chOff x="9319260" y="4145509"/>
            <a:chExt cx="8663940" cy="478977"/>
          </a:xfrm>
        </p:grpSpPr>
        <p:sp>
          <p:nvSpPr>
            <p:cNvPr id="47" name="TextBox 7"/>
            <p:cNvSpPr txBox="1"/>
            <p:nvPr/>
          </p:nvSpPr>
          <p:spPr>
            <a:xfrm>
              <a:off x="9829800" y="4145509"/>
              <a:ext cx="8153400" cy="478977"/>
            </a:xfrm>
            <a:prstGeom prst="rect">
              <a:avLst/>
            </a:prstGeom>
          </p:spPr>
          <p:txBody>
            <a:bodyPr wrap="square" lIns="0" tIns="0" rIns="0" bIns="0" rtlCol="0" anchor="t">
              <a:spAutoFit/>
            </a:bodyPr>
            <a:lstStyle/>
            <a:p>
              <a:pPr algn="l">
                <a:lnSpc>
                  <a:spcPts val="4200"/>
                </a:lnSpc>
              </a:pPr>
              <a:r>
                <a:rPr lang="en-US" sz="2400" dirty="0">
                  <a:solidFill>
                    <a:srgbClr val="000000"/>
                  </a:solidFill>
                  <a:latin typeface="Lato"/>
                  <a:ea typeface="Lato"/>
                  <a:cs typeface="Lato"/>
                  <a:sym typeface="Lato"/>
                </a:rPr>
                <a:t>The difference between diversity and inclusion.</a:t>
              </a:r>
              <a:endParaRPr lang="en-US" sz="2400" dirty="0">
                <a:solidFill>
                  <a:srgbClr val="000000"/>
                </a:solidFill>
                <a:latin typeface="Lato"/>
                <a:ea typeface="Lato"/>
                <a:cs typeface="Lato"/>
                <a:sym typeface="Lato"/>
              </a:endParaRPr>
            </a:p>
          </p:txBody>
        </p:sp>
        <p:sp>
          <p:nvSpPr>
            <p:cNvPr id="48" name="椭圆 47"/>
            <p:cNvSpPr/>
            <p:nvPr/>
          </p:nvSpPr>
          <p:spPr>
            <a:xfrm>
              <a:off x="9319260" y="4384998"/>
              <a:ext cx="15240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p:cNvGrpSpPr/>
          <p:nvPr/>
        </p:nvGrpSpPr>
        <p:grpSpPr>
          <a:xfrm>
            <a:off x="9319260" y="7964133"/>
            <a:ext cx="8663940" cy="478977"/>
            <a:chOff x="9319260" y="4809973"/>
            <a:chExt cx="8663940" cy="478977"/>
          </a:xfrm>
        </p:grpSpPr>
        <p:sp>
          <p:nvSpPr>
            <p:cNvPr id="50" name="TextBox 7"/>
            <p:cNvSpPr txBox="1"/>
            <p:nvPr/>
          </p:nvSpPr>
          <p:spPr>
            <a:xfrm>
              <a:off x="9829800" y="4809973"/>
              <a:ext cx="8153400" cy="478977"/>
            </a:xfrm>
            <a:prstGeom prst="rect">
              <a:avLst/>
            </a:prstGeom>
          </p:spPr>
          <p:txBody>
            <a:bodyPr wrap="square" lIns="0" tIns="0" rIns="0" bIns="0" rtlCol="0" anchor="t">
              <a:spAutoFit/>
            </a:bodyPr>
            <a:lstStyle/>
            <a:p>
              <a:pPr algn="l">
                <a:lnSpc>
                  <a:spcPts val="4200"/>
                </a:lnSpc>
              </a:pPr>
              <a:r>
                <a:rPr lang="en-US" altLang="zh-CN" sz="2400" dirty="0">
                  <a:solidFill>
                    <a:srgbClr val="000000"/>
                  </a:solidFill>
                  <a:latin typeface="Lato"/>
                  <a:ea typeface="Lato"/>
                  <a:cs typeface="Lato"/>
                  <a:sym typeface="Lato"/>
                </a:rPr>
                <a:t>Diversity and inclusion in virtual workplaces.</a:t>
              </a:r>
              <a:endParaRPr lang="en-US" sz="2400" dirty="0">
                <a:solidFill>
                  <a:srgbClr val="000000"/>
                </a:solidFill>
                <a:latin typeface="Lato"/>
                <a:ea typeface="Lato"/>
                <a:cs typeface="Lato"/>
                <a:sym typeface="Lato"/>
              </a:endParaRPr>
            </a:p>
          </p:txBody>
        </p:sp>
        <p:sp>
          <p:nvSpPr>
            <p:cNvPr id="51" name="椭圆 50"/>
            <p:cNvSpPr/>
            <p:nvPr/>
          </p:nvSpPr>
          <p:spPr>
            <a:xfrm>
              <a:off x="9319260" y="5049462"/>
              <a:ext cx="15240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a:off x="9319260" y="8624902"/>
            <a:ext cx="8663940" cy="478977"/>
            <a:chOff x="9319260" y="4809973"/>
            <a:chExt cx="8663940" cy="478977"/>
          </a:xfrm>
        </p:grpSpPr>
        <p:sp>
          <p:nvSpPr>
            <p:cNvPr id="53" name="TextBox 7"/>
            <p:cNvSpPr txBox="1"/>
            <p:nvPr/>
          </p:nvSpPr>
          <p:spPr>
            <a:xfrm>
              <a:off x="9829800" y="4809973"/>
              <a:ext cx="8153400" cy="478977"/>
            </a:xfrm>
            <a:prstGeom prst="rect">
              <a:avLst/>
            </a:prstGeom>
          </p:spPr>
          <p:txBody>
            <a:bodyPr wrap="square" lIns="0" tIns="0" rIns="0" bIns="0" rtlCol="0" anchor="t">
              <a:spAutoFit/>
            </a:bodyPr>
            <a:lstStyle/>
            <a:p>
              <a:pPr algn="l">
                <a:lnSpc>
                  <a:spcPts val="4200"/>
                </a:lnSpc>
              </a:pPr>
              <a:r>
                <a:rPr lang="en-US" altLang="zh-CN" sz="2400" dirty="0">
                  <a:solidFill>
                    <a:srgbClr val="000000"/>
                  </a:solidFill>
                  <a:latin typeface="Lato"/>
                  <a:ea typeface="Lato"/>
                  <a:cs typeface="Lato"/>
                  <a:sym typeface="Lato"/>
                </a:rPr>
                <a:t>How diversity and inclusion drive company growth.</a:t>
              </a:r>
              <a:endParaRPr lang="en-US" sz="2400" dirty="0">
                <a:solidFill>
                  <a:srgbClr val="000000"/>
                </a:solidFill>
                <a:latin typeface="Lato"/>
                <a:ea typeface="Lato"/>
                <a:cs typeface="Lato"/>
                <a:sym typeface="Lato"/>
              </a:endParaRPr>
            </a:p>
          </p:txBody>
        </p:sp>
        <p:sp>
          <p:nvSpPr>
            <p:cNvPr id="54" name="椭圆 53"/>
            <p:cNvSpPr/>
            <p:nvPr/>
          </p:nvSpPr>
          <p:spPr>
            <a:xfrm>
              <a:off x="9319260" y="5049462"/>
              <a:ext cx="152400" cy="1524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4"/>
          <p:cNvPicPr>
            <a:picLocks noChangeAspect="1"/>
          </p:cNvPicPr>
          <p:nvPr/>
        </p:nvPicPr>
        <p:blipFill>
          <a:blip r:embed="rId1">
            <a:alphaModFix amt="70000"/>
          </a:blip>
          <a:stretch>
            <a:fillRect/>
          </a:stretch>
        </p:blipFill>
        <p:spPr>
          <a:xfrm rot="10800000" flipH="1">
            <a:off x="-30480" y="6194306"/>
            <a:ext cx="22280880" cy="4092694"/>
          </a:xfrm>
          <a:prstGeom prst="rect">
            <a:avLst/>
          </a:prstGeom>
        </p:spPr>
      </p:pic>
      <p:pic>
        <p:nvPicPr>
          <p:cNvPr id="6" name="Picture 5"/>
          <p:cNvPicPr>
            <a:picLocks noChangeAspect="1"/>
          </p:cNvPicPr>
          <p:nvPr/>
        </p:nvPicPr>
        <p:blipFill>
          <a:blip r:embed="rId2"/>
          <a:stretch>
            <a:fillRect/>
          </a:stretch>
        </p:blipFill>
        <p:spPr>
          <a:xfrm rot="5400000">
            <a:off x="2654300" y="698500"/>
            <a:ext cx="431800" cy="25400"/>
          </a:xfrm>
          <a:prstGeom prst="rect">
            <a:avLst/>
          </a:prstGeom>
        </p:spPr>
      </p:pic>
      <p:pic>
        <p:nvPicPr>
          <p:cNvPr id="7" name="Picture 6"/>
          <p:cNvPicPr>
            <a:picLocks noChangeAspect="1"/>
          </p:cNvPicPr>
          <p:nvPr/>
        </p:nvPicPr>
        <p:blipFill>
          <a:blip r:embed="rId3"/>
          <a:stretch>
            <a:fillRect/>
          </a:stretch>
        </p:blipFill>
        <p:spPr>
          <a:xfrm>
            <a:off x="508000" y="482600"/>
            <a:ext cx="17259300" cy="25400"/>
          </a:xfrm>
          <a:prstGeom prst="rect">
            <a:avLst/>
          </a:prstGeom>
        </p:spPr>
      </p:pic>
      <p:pic>
        <p:nvPicPr>
          <p:cNvPr id="8" name="Picture 7"/>
          <p:cNvPicPr>
            <a:picLocks noChangeAspect="1"/>
          </p:cNvPicPr>
          <p:nvPr/>
        </p:nvPicPr>
        <p:blipFill>
          <a:blip r:embed="rId3"/>
          <a:stretch>
            <a:fillRect/>
          </a:stretch>
        </p:blipFill>
        <p:spPr>
          <a:xfrm>
            <a:off x="508000" y="927100"/>
            <a:ext cx="17259300" cy="25400"/>
          </a:xfrm>
          <a:prstGeom prst="rect">
            <a:avLst/>
          </a:prstGeom>
        </p:spPr>
      </p:pic>
      <p:pic>
        <p:nvPicPr>
          <p:cNvPr id="9" name="Picture 8"/>
          <p:cNvPicPr>
            <a:picLocks noChangeAspect="1"/>
          </p:cNvPicPr>
          <p:nvPr/>
        </p:nvPicPr>
        <p:blipFill>
          <a:blip r:embed="rId2"/>
          <a:stretch>
            <a:fillRect/>
          </a:stretch>
        </p:blipFill>
        <p:spPr>
          <a:xfrm rot="5400000">
            <a:off x="8242300" y="698500"/>
            <a:ext cx="431800" cy="25400"/>
          </a:xfrm>
          <a:prstGeom prst="rect">
            <a:avLst/>
          </a:prstGeom>
        </p:spPr>
      </p:pic>
      <p:pic>
        <p:nvPicPr>
          <p:cNvPr id="10" name="Picture 9"/>
          <p:cNvPicPr>
            <a:picLocks noChangeAspect="1"/>
          </p:cNvPicPr>
          <p:nvPr/>
        </p:nvPicPr>
        <p:blipFill>
          <a:blip r:embed="rId2"/>
          <a:stretch>
            <a:fillRect/>
          </a:stretch>
        </p:blipFill>
        <p:spPr>
          <a:xfrm rot="5400000">
            <a:off x="16319500" y="698500"/>
            <a:ext cx="431800" cy="25400"/>
          </a:xfrm>
          <a:prstGeom prst="rect">
            <a:avLst/>
          </a:prstGeom>
        </p:spPr>
      </p:pic>
      <p:sp>
        <p:nvSpPr>
          <p:cNvPr id="11" name="TextBox 13"/>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2" name="TextBox 14"/>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3" name="TextBox 15"/>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11</a:t>
            </a:r>
            <a:endParaRPr lang="en-US" sz="1600" b="0" i="0" u="none" strike="noStrike" dirty="0">
              <a:solidFill>
                <a:srgbClr val="000000"/>
              </a:solidFill>
              <a:latin typeface="Anek Tamil Expanded SemiBold"/>
            </a:endParaRPr>
          </a:p>
        </p:txBody>
      </p:sp>
      <p:sp>
        <p:nvSpPr>
          <p:cNvPr id="14" name="TextBox 16"/>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Tools, Techniques</a:t>
            </a:r>
            <a:endParaRPr lang="en-US" sz="1500" b="0" i="0" u="none" strike="noStrike">
              <a:solidFill>
                <a:srgbClr val="000000"/>
              </a:solidFill>
              <a:latin typeface="Anek Tamil Expanded Regular"/>
            </a:endParaRPr>
          </a:p>
        </p:txBody>
      </p:sp>
      <p:grpSp>
        <p:nvGrpSpPr>
          <p:cNvPr id="2" name="组合 1"/>
          <p:cNvGrpSpPr/>
          <p:nvPr/>
        </p:nvGrpSpPr>
        <p:grpSpPr>
          <a:xfrm>
            <a:off x="1780910" y="2400300"/>
            <a:ext cx="3810000" cy="4828434"/>
            <a:chOff x="1780910" y="3924300"/>
            <a:chExt cx="3810000" cy="4828434"/>
          </a:xfrm>
        </p:grpSpPr>
        <p:sp>
          <p:nvSpPr>
            <p:cNvPr id="3" name="TextBox 7"/>
            <p:cNvSpPr txBox="1"/>
            <p:nvPr/>
          </p:nvSpPr>
          <p:spPr>
            <a:xfrm>
              <a:off x="1780910" y="7673446"/>
              <a:ext cx="3810000" cy="478977"/>
            </a:xfrm>
            <a:prstGeom prst="rect">
              <a:avLst/>
            </a:prstGeom>
          </p:spPr>
          <p:txBody>
            <a:bodyPr wrap="square" lIns="0" tIns="0" rIns="0" bIns="0" rtlCol="0" anchor="t">
              <a:spAutoFit/>
            </a:bodyPr>
            <a:lstStyle/>
            <a:p>
              <a:pPr algn="ctr">
                <a:lnSpc>
                  <a:spcPts val="4200"/>
                </a:lnSpc>
              </a:pPr>
              <a:r>
                <a:rPr lang="en-US" altLang="zh-CN" sz="3000" dirty="0" err="1">
                  <a:solidFill>
                    <a:srgbClr val="000000"/>
                  </a:solidFill>
                  <a:latin typeface="Lato"/>
                  <a:ea typeface="Lato"/>
                  <a:cs typeface="Lato"/>
                  <a:sym typeface="Lato"/>
                </a:rPr>
                <a:t>Ndemi</a:t>
              </a:r>
              <a:r>
                <a:rPr lang="en-US" altLang="zh-CN" sz="3000" dirty="0">
                  <a:solidFill>
                    <a:srgbClr val="000000"/>
                  </a:solidFill>
                  <a:latin typeface="Lato"/>
                  <a:ea typeface="Lato"/>
                  <a:cs typeface="Lato"/>
                  <a:sym typeface="Lato"/>
                </a:rPr>
                <a:t> Otieno</a:t>
              </a:r>
              <a:endParaRPr lang="en-US" altLang="zh-CN" sz="3000" dirty="0">
                <a:solidFill>
                  <a:srgbClr val="000000"/>
                </a:solidFill>
                <a:latin typeface="Lato"/>
                <a:ea typeface="Lato"/>
                <a:cs typeface="Lato"/>
                <a:sym typeface="Lato"/>
              </a:endParaRPr>
            </a:p>
          </p:txBody>
        </p:sp>
        <p:sp>
          <p:nvSpPr>
            <p:cNvPr id="4" name="TextBox 7"/>
            <p:cNvSpPr txBox="1"/>
            <p:nvPr/>
          </p:nvSpPr>
          <p:spPr>
            <a:xfrm>
              <a:off x="1780910" y="8288761"/>
              <a:ext cx="3810000" cy="463973"/>
            </a:xfrm>
            <a:prstGeom prst="rect">
              <a:avLst/>
            </a:prstGeom>
          </p:spPr>
          <p:txBody>
            <a:bodyPr wrap="square" lIns="0" tIns="0" rIns="0" bIns="0" rtlCol="0" anchor="t">
              <a:spAutoFit/>
            </a:bodyPr>
            <a:lstStyle/>
            <a:p>
              <a:pPr algn="ctr">
                <a:lnSpc>
                  <a:spcPts val="4200"/>
                </a:lnSpc>
              </a:pPr>
              <a:r>
                <a:rPr lang="en-US" altLang="zh-CN" sz="2400" dirty="0">
                  <a:solidFill>
                    <a:srgbClr val="000000"/>
                  </a:solidFill>
                  <a:latin typeface="Lato"/>
                  <a:cs typeface="Lato"/>
                  <a:sym typeface="Lato"/>
                </a:rPr>
                <a:t>Managing Director </a:t>
              </a:r>
              <a:endParaRPr lang="en-US" altLang="zh-CN" sz="2400" dirty="0">
                <a:solidFill>
                  <a:srgbClr val="000000"/>
                </a:solidFill>
                <a:latin typeface="Lato"/>
                <a:cs typeface="Lato"/>
                <a:sym typeface="Lato"/>
              </a:endParaRPr>
            </a:p>
          </p:txBody>
        </p:sp>
        <p:pic>
          <p:nvPicPr>
            <p:cNvPr id="5" name="图片 4"/>
            <p:cNvPicPr>
              <a:picLocks noChangeAspect="1"/>
            </p:cNvPicPr>
            <p:nvPr/>
          </p:nvPicPr>
          <p:blipFill rotWithShape="1">
            <a:blip r:embed="rId4" cstate="print">
              <a:extLst>
                <a:ext uri="{28A0092B-C50C-407E-A947-70E740481C1C}">
                  <a14:useLocalDpi xmlns:a14="http://schemas.microsoft.com/office/drawing/2010/main" val="0"/>
                </a:ext>
              </a:extLst>
            </a:blip>
            <a:srcRect l="31275" t="2318" r="3474"/>
            <a:stretch>
              <a:fillRect/>
            </a:stretch>
          </p:blipFill>
          <p:spPr>
            <a:xfrm>
              <a:off x="1780910" y="3924300"/>
              <a:ext cx="3555259" cy="3550024"/>
            </a:xfrm>
            <a:prstGeom prst="ellipse">
              <a:avLst/>
            </a:prstGeom>
          </p:spPr>
        </p:pic>
      </p:grpSp>
      <p:grpSp>
        <p:nvGrpSpPr>
          <p:cNvPr id="15" name="组合 14"/>
          <p:cNvGrpSpPr/>
          <p:nvPr/>
        </p:nvGrpSpPr>
        <p:grpSpPr>
          <a:xfrm>
            <a:off x="6971474" y="2400300"/>
            <a:ext cx="3810000" cy="4828434"/>
            <a:chOff x="1780910" y="3924300"/>
            <a:chExt cx="3810000" cy="4828434"/>
          </a:xfrm>
        </p:grpSpPr>
        <p:sp>
          <p:nvSpPr>
            <p:cNvPr id="16" name="TextBox 7"/>
            <p:cNvSpPr txBox="1"/>
            <p:nvPr/>
          </p:nvSpPr>
          <p:spPr>
            <a:xfrm>
              <a:off x="1780910" y="7673446"/>
              <a:ext cx="3810000" cy="478977"/>
            </a:xfrm>
            <a:prstGeom prst="rect">
              <a:avLst/>
            </a:prstGeom>
          </p:spPr>
          <p:txBody>
            <a:bodyPr wrap="square" lIns="0" tIns="0" rIns="0" bIns="0" rtlCol="0" anchor="t">
              <a:spAutoFit/>
            </a:bodyPr>
            <a:lstStyle/>
            <a:p>
              <a:pPr algn="ctr">
                <a:lnSpc>
                  <a:spcPts val="4200"/>
                </a:lnSpc>
              </a:pPr>
              <a:r>
                <a:rPr lang="en-US" altLang="zh-CN" sz="3000" dirty="0">
                  <a:solidFill>
                    <a:srgbClr val="000000"/>
                  </a:solidFill>
                  <a:latin typeface="Lato"/>
                  <a:ea typeface="Lato"/>
                  <a:cs typeface="Lato"/>
                  <a:sym typeface="Lato"/>
                </a:rPr>
                <a:t>Jeong </a:t>
              </a:r>
              <a:r>
                <a:rPr lang="en-US" altLang="zh-CN" sz="3000" dirty="0" err="1">
                  <a:solidFill>
                    <a:srgbClr val="000000"/>
                  </a:solidFill>
                  <a:latin typeface="Lato"/>
                  <a:ea typeface="Lato"/>
                  <a:cs typeface="Lato"/>
                  <a:sym typeface="Lato"/>
                </a:rPr>
                <a:t>Minjoo</a:t>
              </a:r>
              <a:endParaRPr lang="en-US" altLang="zh-CN" sz="3000" dirty="0">
                <a:solidFill>
                  <a:srgbClr val="000000"/>
                </a:solidFill>
                <a:latin typeface="Lato"/>
                <a:ea typeface="Lato"/>
                <a:cs typeface="Lato"/>
                <a:sym typeface="Lato"/>
              </a:endParaRPr>
            </a:p>
          </p:txBody>
        </p:sp>
        <p:sp>
          <p:nvSpPr>
            <p:cNvPr id="17" name="TextBox 7"/>
            <p:cNvSpPr txBox="1"/>
            <p:nvPr/>
          </p:nvSpPr>
          <p:spPr>
            <a:xfrm>
              <a:off x="1780910" y="8288761"/>
              <a:ext cx="3810000" cy="463973"/>
            </a:xfrm>
            <a:prstGeom prst="rect">
              <a:avLst/>
            </a:prstGeom>
          </p:spPr>
          <p:txBody>
            <a:bodyPr wrap="square" lIns="0" tIns="0" rIns="0" bIns="0" rtlCol="0" anchor="t">
              <a:spAutoFit/>
            </a:bodyPr>
            <a:lstStyle/>
            <a:p>
              <a:pPr algn="ctr">
                <a:lnSpc>
                  <a:spcPts val="4200"/>
                </a:lnSpc>
              </a:pPr>
              <a:r>
                <a:rPr lang="en-US" altLang="zh-CN" sz="2400" dirty="0">
                  <a:solidFill>
                    <a:srgbClr val="000000"/>
                  </a:solidFill>
                  <a:latin typeface="Lato"/>
                  <a:cs typeface="Lato"/>
                  <a:sym typeface="Lato"/>
                </a:rPr>
                <a:t>Financial Analyst</a:t>
              </a:r>
              <a:endParaRPr lang="en-US" altLang="zh-CN" sz="2400" dirty="0">
                <a:solidFill>
                  <a:srgbClr val="000000"/>
                </a:solidFill>
                <a:latin typeface="Lato"/>
                <a:cs typeface="Lato"/>
                <a:sym typeface="Lato"/>
              </a:endParaRPr>
            </a:p>
          </p:txBody>
        </p:sp>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rcRect t="16689" b="16689"/>
            <a:stretch>
              <a:fillRect/>
            </a:stretch>
          </p:blipFill>
          <p:spPr>
            <a:xfrm>
              <a:off x="1780910" y="3924300"/>
              <a:ext cx="3555259" cy="3550024"/>
            </a:xfrm>
            <a:prstGeom prst="ellipse">
              <a:avLst/>
            </a:prstGeom>
          </p:spPr>
        </p:pic>
      </p:grpSp>
      <p:grpSp>
        <p:nvGrpSpPr>
          <p:cNvPr id="19" name="组合 18"/>
          <p:cNvGrpSpPr/>
          <p:nvPr/>
        </p:nvGrpSpPr>
        <p:grpSpPr>
          <a:xfrm>
            <a:off x="12162039" y="2400300"/>
            <a:ext cx="3810000" cy="4828434"/>
            <a:chOff x="1780910" y="3924300"/>
            <a:chExt cx="3810000" cy="4828434"/>
          </a:xfrm>
        </p:grpSpPr>
        <p:sp>
          <p:nvSpPr>
            <p:cNvPr id="20" name="TextBox 7"/>
            <p:cNvSpPr txBox="1"/>
            <p:nvPr/>
          </p:nvSpPr>
          <p:spPr>
            <a:xfrm>
              <a:off x="1780910" y="7673446"/>
              <a:ext cx="3810000" cy="478977"/>
            </a:xfrm>
            <a:prstGeom prst="rect">
              <a:avLst/>
            </a:prstGeom>
          </p:spPr>
          <p:txBody>
            <a:bodyPr wrap="square" lIns="0" tIns="0" rIns="0" bIns="0" rtlCol="0" anchor="t">
              <a:spAutoFit/>
            </a:bodyPr>
            <a:lstStyle/>
            <a:p>
              <a:pPr algn="ctr">
                <a:lnSpc>
                  <a:spcPts val="4200"/>
                </a:lnSpc>
              </a:pPr>
              <a:r>
                <a:rPr lang="en-US" altLang="zh-CN" sz="3000" dirty="0">
                  <a:solidFill>
                    <a:srgbClr val="000000"/>
                  </a:solidFill>
                  <a:latin typeface="Lato"/>
                  <a:ea typeface="Lato"/>
                  <a:cs typeface="Lato"/>
                  <a:sym typeface="Lato"/>
                </a:rPr>
                <a:t>Francois Mercer</a:t>
              </a:r>
              <a:endParaRPr lang="en-US" altLang="zh-CN" sz="3000" dirty="0">
                <a:solidFill>
                  <a:srgbClr val="000000"/>
                </a:solidFill>
                <a:latin typeface="Lato"/>
                <a:ea typeface="Lato"/>
                <a:cs typeface="Lato"/>
                <a:sym typeface="Lato"/>
              </a:endParaRPr>
            </a:p>
          </p:txBody>
        </p:sp>
        <p:sp>
          <p:nvSpPr>
            <p:cNvPr id="21" name="TextBox 7"/>
            <p:cNvSpPr txBox="1"/>
            <p:nvPr/>
          </p:nvSpPr>
          <p:spPr>
            <a:xfrm>
              <a:off x="1780910" y="8288761"/>
              <a:ext cx="3810000" cy="463973"/>
            </a:xfrm>
            <a:prstGeom prst="rect">
              <a:avLst/>
            </a:prstGeom>
          </p:spPr>
          <p:txBody>
            <a:bodyPr wrap="square" lIns="0" tIns="0" rIns="0" bIns="0" rtlCol="0" anchor="t">
              <a:spAutoFit/>
            </a:bodyPr>
            <a:lstStyle/>
            <a:p>
              <a:pPr algn="ctr">
                <a:lnSpc>
                  <a:spcPts val="4200"/>
                </a:lnSpc>
              </a:pPr>
              <a:r>
                <a:rPr lang="en-US" altLang="zh-CN" sz="2400" dirty="0">
                  <a:solidFill>
                    <a:srgbClr val="000000"/>
                  </a:solidFill>
                  <a:latin typeface="Lato"/>
                  <a:cs typeface="Lato"/>
                  <a:sym typeface="Lato"/>
                </a:rPr>
                <a:t>Investment Banker</a:t>
              </a:r>
              <a:endParaRPr lang="en-US" altLang="zh-CN" sz="2400" dirty="0">
                <a:solidFill>
                  <a:srgbClr val="000000"/>
                </a:solidFill>
                <a:latin typeface="Lato"/>
                <a:cs typeface="Lato"/>
                <a:sym typeface="Lato"/>
              </a:endParaRPr>
            </a:p>
          </p:txBody>
        </p:sp>
        <p:pic>
          <p:nvPicPr>
            <p:cNvPr id="22" name="图片 21"/>
            <p:cNvPicPr>
              <a:picLocks noChangeAspect="1"/>
            </p:cNvPicPr>
            <p:nvPr/>
          </p:nvPicPr>
          <p:blipFill>
            <a:blip r:embed="rId6" cstate="print">
              <a:extLst>
                <a:ext uri="{28A0092B-C50C-407E-A947-70E740481C1C}">
                  <a14:useLocalDpi xmlns:a14="http://schemas.microsoft.com/office/drawing/2010/main" val="0"/>
                </a:ext>
              </a:extLst>
            </a:blip>
            <a:srcRect l="16621" r="16621"/>
            <a:stretch>
              <a:fillRect/>
            </a:stretch>
          </p:blipFill>
          <p:spPr>
            <a:xfrm>
              <a:off x="1780910" y="3924300"/>
              <a:ext cx="3555259" cy="3550024"/>
            </a:xfrm>
            <a:prstGeom prst="ellipse">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2"/>
          <p:cNvGrpSpPr/>
          <p:nvPr/>
        </p:nvGrpSpPr>
        <p:grpSpPr>
          <a:xfrm>
            <a:off x="0" y="-2147483648"/>
            <a:ext cx="2147011200" cy="2147011200"/>
            <a:chOff x="0" y="0"/>
            <a:chExt cx="0" cy="0"/>
          </a:xfrm>
        </p:grpSpPr>
      </p:grpSp>
      <p:pic>
        <p:nvPicPr>
          <p:cNvPr id="3" name="Picture 3"/>
          <p:cNvPicPr>
            <a:picLocks noChangeAspect="1"/>
          </p:cNvPicPr>
          <p:nvPr/>
        </p:nvPicPr>
        <p:blipFill>
          <a:blip r:embed="rId1">
            <a:alphaModFix amt="70000"/>
          </a:blip>
          <a:stretch>
            <a:fillRect/>
          </a:stretch>
        </p:blipFill>
        <p:spPr>
          <a:xfrm>
            <a:off x="0" y="1714500"/>
            <a:ext cx="11531600" cy="8648700"/>
          </a:xfrm>
          <a:prstGeom prst="rect">
            <a:avLst/>
          </a:prstGeom>
        </p:spPr>
      </p:pic>
      <p:pic>
        <p:nvPicPr>
          <p:cNvPr id="4" name="Picture 4"/>
          <p:cNvPicPr>
            <a:picLocks noChangeAspect="1"/>
          </p:cNvPicPr>
          <p:nvPr/>
        </p:nvPicPr>
        <p:blipFill>
          <a:blip r:embed="rId2">
            <a:alphaModFix amt="70000"/>
          </a:blip>
          <a:stretch>
            <a:fillRect/>
          </a:stretch>
        </p:blipFill>
        <p:spPr>
          <a:xfrm>
            <a:off x="4292600" y="-165100"/>
            <a:ext cx="11531600" cy="8648700"/>
          </a:xfrm>
          <a:prstGeom prst="rect">
            <a:avLst/>
          </a:prstGeom>
        </p:spPr>
      </p:pic>
      <p:pic>
        <p:nvPicPr>
          <p:cNvPr id="5" name="Picture 5"/>
          <p:cNvPicPr>
            <a:picLocks noChangeAspect="1"/>
          </p:cNvPicPr>
          <p:nvPr/>
        </p:nvPicPr>
        <p:blipFill>
          <a:blip r:embed="rId3"/>
          <a:stretch>
            <a:fillRect/>
          </a:stretch>
        </p:blipFill>
        <p:spPr>
          <a:xfrm rot="5400000">
            <a:off x="2654300" y="698500"/>
            <a:ext cx="431800" cy="25400"/>
          </a:xfrm>
          <a:prstGeom prst="rect">
            <a:avLst/>
          </a:prstGeom>
        </p:spPr>
      </p:pic>
      <p:pic>
        <p:nvPicPr>
          <p:cNvPr id="6" name="Picture 6"/>
          <p:cNvPicPr>
            <a:picLocks noChangeAspect="1"/>
          </p:cNvPicPr>
          <p:nvPr/>
        </p:nvPicPr>
        <p:blipFill>
          <a:blip r:embed="rId4"/>
          <a:stretch>
            <a:fillRect/>
          </a:stretch>
        </p:blipFill>
        <p:spPr>
          <a:xfrm>
            <a:off x="508000" y="482600"/>
            <a:ext cx="17259300" cy="25400"/>
          </a:xfrm>
          <a:prstGeom prst="rect">
            <a:avLst/>
          </a:prstGeom>
        </p:spPr>
      </p:pic>
      <p:pic>
        <p:nvPicPr>
          <p:cNvPr id="7" name="Picture 7"/>
          <p:cNvPicPr>
            <a:picLocks noChangeAspect="1"/>
          </p:cNvPicPr>
          <p:nvPr/>
        </p:nvPicPr>
        <p:blipFill>
          <a:blip r:embed="rId4"/>
          <a:stretch>
            <a:fillRect/>
          </a:stretch>
        </p:blipFill>
        <p:spPr>
          <a:xfrm>
            <a:off x="508000" y="927100"/>
            <a:ext cx="17259300" cy="25400"/>
          </a:xfrm>
          <a:prstGeom prst="rect">
            <a:avLst/>
          </a:prstGeom>
        </p:spPr>
      </p:pic>
      <p:pic>
        <p:nvPicPr>
          <p:cNvPr id="8" name="Picture 8"/>
          <p:cNvPicPr>
            <a:picLocks noChangeAspect="1"/>
          </p:cNvPicPr>
          <p:nvPr/>
        </p:nvPicPr>
        <p:blipFill>
          <a:blip r:embed="rId3"/>
          <a:stretch>
            <a:fillRect/>
          </a:stretch>
        </p:blipFill>
        <p:spPr>
          <a:xfrm rot="5400000">
            <a:off x="8242300" y="698500"/>
            <a:ext cx="431800" cy="25400"/>
          </a:xfrm>
          <a:prstGeom prst="rect">
            <a:avLst/>
          </a:prstGeom>
        </p:spPr>
      </p:pic>
      <p:pic>
        <p:nvPicPr>
          <p:cNvPr id="9" name="Picture 9"/>
          <p:cNvPicPr>
            <a:picLocks noChangeAspect="1"/>
          </p:cNvPicPr>
          <p:nvPr/>
        </p:nvPicPr>
        <p:blipFill>
          <a:blip r:embed="rId3"/>
          <a:stretch>
            <a:fillRect/>
          </a:stretch>
        </p:blipFill>
        <p:spPr>
          <a:xfrm rot="5400000">
            <a:off x="16319500" y="698500"/>
            <a:ext cx="431800" cy="25400"/>
          </a:xfrm>
          <a:prstGeom prst="rect">
            <a:avLst/>
          </a:prstGeom>
        </p:spPr>
      </p:pic>
      <p:pic>
        <p:nvPicPr>
          <p:cNvPr id="10" name="Picture 10"/>
          <p:cNvPicPr>
            <a:picLocks noChangeAspect="1"/>
          </p:cNvPicPr>
          <p:nvPr/>
        </p:nvPicPr>
        <p:blipFill>
          <a:blip r:embed="rId5"/>
          <a:stretch>
            <a:fillRect/>
          </a:stretch>
        </p:blipFill>
        <p:spPr>
          <a:xfrm>
            <a:off x="12141200" y="7366000"/>
            <a:ext cx="5664200" cy="1790700"/>
          </a:xfrm>
          <a:prstGeom prst="rect">
            <a:avLst/>
          </a:prstGeom>
        </p:spPr>
      </p:pic>
      <p:pic>
        <p:nvPicPr>
          <p:cNvPr id="11" name="Picture 11"/>
          <p:cNvPicPr>
            <a:picLocks noChangeAspect="1"/>
          </p:cNvPicPr>
          <p:nvPr/>
        </p:nvPicPr>
        <p:blipFill>
          <a:blip r:embed="rId6"/>
          <a:stretch>
            <a:fillRect/>
          </a:stretch>
        </p:blipFill>
        <p:spPr>
          <a:xfrm>
            <a:off x="12141200" y="5486400"/>
            <a:ext cx="5664200" cy="1790700"/>
          </a:xfrm>
          <a:prstGeom prst="rect">
            <a:avLst/>
          </a:prstGeom>
        </p:spPr>
      </p:pic>
      <p:pic>
        <p:nvPicPr>
          <p:cNvPr id="12" name="Picture 12"/>
          <p:cNvPicPr>
            <a:picLocks noChangeAspect="1"/>
          </p:cNvPicPr>
          <p:nvPr/>
        </p:nvPicPr>
        <p:blipFill>
          <a:blip r:embed="rId7"/>
          <a:stretch>
            <a:fillRect/>
          </a:stretch>
        </p:blipFill>
        <p:spPr>
          <a:xfrm>
            <a:off x="12141200" y="3606800"/>
            <a:ext cx="5664200" cy="1790700"/>
          </a:xfrm>
          <a:prstGeom prst="rect">
            <a:avLst/>
          </a:prstGeom>
        </p:spPr>
      </p:pic>
      <p:sp>
        <p:nvSpPr>
          <p:cNvPr id="13" name="TextBox 13"/>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4" name="TextBox 14"/>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5" name="TextBox 15"/>
          <p:cNvSpPr txBox="1"/>
          <p:nvPr/>
        </p:nvSpPr>
        <p:spPr>
          <a:xfrm>
            <a:off x="17424400" y="596900"/>
            <a:ext cx="3556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12</a:t>
            </a:r>
            <a:endParaRPr lang="en-US" sz="1600" b="0" i="0" u="none" strike="noStrike" dirty="0">
              <a:solidFill>
                <a:srgbClr val="000000"/>
              </a:solidFill>
              <a:latin typeface="Anek Tamil Expanded SemiBold"/>
            </a:endParaRPr>
          </a:p>
        </p:txBody>
      </p:sp>
      <p:sp>
        <p:nvSpPr>
          <p:cNvPr id="16" name="TextBox 16"/>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Tools, Techniques</a:t>
            </a:r>
            <a:endParaRPr lang="en-US" sz="1500" b="0" i="0" u="none" strike="noStrike">
              <a:solidFill>
                <a:srgbClr val="000000"/>
              </a:solidFill>
              <a:latin typeface="Anek Tamil Expanded Regular"/>
            </a:endParaRPr>
          </a:p>
        </p:txBody>
      </p:sp>
      <p:sp>
        <p:nvSpPr>
          <p:cNvPr id="17" name="TextBox 17"/>
          <p:cNvSpPr txBox="1"/>
          <p:nvPr/>
        </p:nvSpPr>
        <p:spPr>
          <a:xfrm>
            <a:off x="508000" y="3276600"/>
            <a:ext cx="6997700" cy="4470400"/>
          </a:xfrm>
          <a:prstGeom prst="rect">
            <a:avLst/>
          </a:prstGeom>
        </p:spPr>
        <p:txBody>
          <a:bodyPr lIns="0" tIns="0" rIns="0" bIns="0" rtlCol="0" anchor="t"/>
          <a:lstStyle/>
          <a:p>
            <a:pPr lvl="0" algn="l">
              <a:lnSpc>
                <a:spcPct val="83000"/>
              </a:lnSpc>
            </a:pPr>
            <a:r>
              <a:rPr lang="en-US" sz="8000" b="0" i="0" u="none" strike="noStrike" dirty="0">
                <a:solidFill>
                  <a:srgbClr val="000000"/>
                </a:solidFill>
                <a:latin typeface="Anek Tamil Expanded Regular"/>
              </a:rPr>
              <a:t>Tools, Techniques, and Design Styles</a:t>
            </a:r>
            <a:endParaRPr lang="en-US" sz="8000" b="0" i="0" u="none" strike="noStrike" dirty="0">
              <a:solidFill>
                <a:srgbClr val="000000"/>
              </a:solidFill>
              <a:latin typeface="Anek Tamil Expanded Regular"/>
            </a:endParaRPr>
          </a:p>
        </p:txBody>
      </p:sp>
      <p:sp>
        <p:nvSpPr>
          <p:cNvPr id="18" name="TextBox 18"/>
          <p:cNvSpPr txBox="1"/>
          <p:nvPr/>
        </p:nvSpPr>
        <p:spPr>
          <a:xfrm>
            <a:off x="508000" y="7747000"/>
            <a:ext cx="6324600" cy="1422400"/>
          </a:xfrm>
          <a:prstGeom prst="rect">
            <a:avLst/>
          </a:prstGeom>
        </p:spPr>
        <p:txBody>
          <a:bodyPr lIns="0" tIns="0" rIns="0" bIns="0" rtlCol="0" anchor="t"/>
          <a:lstStyle/>
          <a:p>
            <a:pPr lvl="0" algn="l">
              <a:lnSpc>
                <a:spcPct val="100000"/>
              </a:lnSpc>
            </a:pPr>
            <a:r>
              <a:rPr lang="en-US" sz="1800" b="0" i="0" u="none" strike="noStrike">
                <a:solidFill>
                  <a:srgbClr val="000000"/>
                </a:solidFill>
                <a:latin typeface="Montserrat Regular"/>
              </a:rPr>
              <a:t>Nullam quis arcu in magna pulvinar tincidunt. Lorem ipsum dolor sit amet, consectetur adipiscing elit. Nam hendrerit nulla ut cursus laoreet. Nullam elementum lorem vel facilisis laoreet. Cras ac turpis vel erat elit ac vehicula venenatis.</a:t>
            </a:r>
            <a:endParaRPr lang="en-US" sz="1800" b="0" i="0" u="none" strike="noStrike">
              <a:solidFill>
                <a:srgbClr val="000000"/>
              </a:solidFill>
              <a:latin typeface="Montserrat Regular"/>
            </a:endParaRPr>
          </a:p>
        </p:txBody>
      </p:sp>
      <p:sp>
        <p:nvSpPr>
          <p:cNvPr id="19" name="TextBox 19"/>
          <p:cNvSpPr txBox="1"/>
          <p:nvPr/>
        </p:nvSpPr>
        <p:spPr>
          <a:xfrm>
            <a:off x="9093200" y="3619500"/>
            <a:ext cx="2882900" cy="393700"/>
          </a:xfrm>
          <a:prstGeom prst="rect">
            <a:avLst/>
          </a:prstGeom>
        </p:spPr>
        <p:txBody>
          <a:bodyPr lIns="0" tIns="0" rIns="0" bIns="0" rtlCol="0" anchor="t"/>
          <a:lstStyle/>
          <a:p>
            <a:pPr lvl="0" algn="r">
              <a:lnSpc>
                <a:spcPct val="100000"/>
              </a:lnSpc>
            </a:pPr>
            <a:r>
              <a:rPr lang="en-US" sz="2200" b="0" i="0" u="none" strike="noStrike">
                <a:solidFill>
                  <a:srgbClr val="000000"/>
                </a:solidFill>
                <a:latin typeface="Montserrat SemiBold"/>
              </a:rPr>
              <a:t>Manual Drawing</a:t>
            </a:r>
            <a:endParaRPr lang="en-US" sz="2200" b="0" i="0" u="none" strike="noStrike">
              <a:solidFill>
                <a:srgbClr val="000000"/>
              </a:solidFill>
              <a:latin typeface="Montserrat SemiBold"/>
            </a:endParaRPr>
          </a:p>
        </p:txBody>
      </p:sp>
      <p:sp>
        <p:nvSpPr>
          <p:cNvPr id="20" name="TextBox 20"/>
          <p:cNvSpPr txBox="1"/>
          <p:nvPr/>
        </p:nvSpPr>
        <p:spPr>
          <a:xfrm>
            <a:off x="8902700" y="4076700"/>
            <a:ext cx="3060700" cy="596900"/>
          </a:xfrm>
          <a:prstGeom prst="rect">
            <a:avLst/>
          </a:prstGeom>
        </p:spPr>
        <p:txBody>
          <a:bodyPr lIns="0" tIns="0" rIns="0" bIns="0" rtlCol="0" anchor="t"/>
          <a:lstStyle/>
          <a:p>
            <a:pPr lvl="0" algn="r">
              <a:lnSpc>
                <a:spcPct val="100000"/>
              </a:lnSpc>
            </a:pPr>
            <a:r>
              <a:rPr lang="en-US" sz="1800" b="0" i="1" u="none" strike="noStrike">
                <a:solidFill>
                  <a:srgbClr val="000000"/>
                </a:solidFill>
                <a:latin typeface="Montserrat Regular"/>
              </a:rPr>
              <a:t>Phasellus ac eros at urna condimentum lacinia.</a:t>
            </a:r>
            <a:endParaRPr lang="en-US" sz="1800" b="0" i="1" u="none" strike="noStrike">
              <a:solidFill>
                <a:srgbClr val="000000"/>
              </a:solidFill>
              <a:latin typeface="Montserrat Regular"/>
            </a:endParaRPr>
          </a:p>
        </p:txBody>
      </p:sp>
      <p:sp>
        <p:nvSpPr>
          <p:cNvPr id="21" name="TextBox 21"/>
          <p:cNvSpPr txBox="1"/>
          <p:nvPr/>
        </p:nvSpPr>
        <p:spPr>
          <a:xfrm>
            <a:off x="9093200" y="5499100"/>
            <a:ext cx="2882900" cy="393700"/>
          </a:xfrm>
          <a:prstGeom prst="rect">
            <a:avLst/>
          </a:prstGeom>
        </p:spPr>
        <p:txBody>
          <a:bodyPr lIns="0" tIns="0" rIns="0" bIns="0" rtlCol="0" anchor="t"/>
          <a:lstStyle/>
          <a:p>
            <a:pPr lvl="0" algn="r">
              <a:lnSpc>
                <a:spcPct val="100000"/>
              </a:lnSpc>
            </a:pPr>
            <a:r>
              <a:rPr lang="en-US" sz="2200" b="0" i="0" u="none" strike="noStrike">
                <a:solidFill>
                  <a:srgbClr val="000000"/>
                </a:solidFill>
                <a:latin typeface="Montserrat SemiBold"/>
              </a:rPr>
              <a:t>Color Theory</a:t>
            </a:r>
            <a:endParaRPr lang="en-US" sz="2200" b="0" i="0" u="none" strike="noStrike">
              <a:solidFill>
                <a:srgbClr val="000000"/>
              </a:solidFill>
              <a:latin typeface="Montserrat SemiBold"/>
            </a:endParaRPr>
          </a:p>
        </p:txBody>
      </p:sp>
      <p:sp>
        <p:nvSpPr>
          <p:cNvPr id="22" name="TextBox 22"/>
          <p:cNvSpPr txBox="1"/>
          <p:nvPr/>
        </p:nvSpPr>
        <p:spPr>
          <a:xfrm>
            <a:off x="8902700" y="5956300"/>
            <a:ext cx="3060700" cy="596900"/>
          </a:xfrm>
          <a:prstGeom prst="rect">
            <a:avLst/>
          </a:prstGeom>
        </p:spPr>
        <p:txBody>
          <a:bodyPr lIns="0" tIns="0" rIns="0" bIns="0" rtlCol="0" anchor="t"/>
          <a:lstStyle/>
          <a:p>
            <a:pPr lvl="0" algn="r">
              <a:lnSpc>
                <a:spcPct val="100000"/>
              </a:lnSpc>
            </a:pPr>
            <a:r>
              <a:rPr lang="en-US" sz="1800" b="0" i="1" u="none" strike="noStrike">
                <a:solidFill>
                  <a:srgbClr val="000000"/>
                </a:solidFill>
                <a:latin typeface="Montserrat Regular"/>
              </a:rPr>
              <a:t>Phasellus ac eros at urna condimentum lacinia.</a:t>
            </a:r>
            <a:endParaRPr lang="en-US" sz="1800" b="0" i="1" u="none" strike="noStrike">
              <a:solidFill>
                <a:srgbClr val="000000"/>
              </a:solidFill>
              <a:latin typeface="Montserrat Regular"/>
            </a:endParaRPr>
          </a:p>
        </p:txBody>
      </p:sp>
      <p:sp>
        <p:nvSpPr>
          <p:cNvPr id="23" name="TextBox 23"/>
          <p:cNvSpPr txBox="1"/>
          <p:nvPr/>
        </p:nvSpPr>
        <p:spPr>
          <a:xfrm>
            <a:off x="8902700" y="7378700"/>
            <a:ext cx="3073400" cy="393700"/>
          </a:xfrm>
          <a:prstGeom prst="rect">
            <a:avLst/>
          </a:prstGeom>
        </p:spPr>
        <p:txBody>
          <a:bodyPr lIns="0" tIns="0" rIns="0" bIns="0" rtlCol="0" anchor="t"/>
          <a:lstStyle/>
          <a:p>
            <a:pPr lvl="0" algn="r">
              <a:lnSpc>
                <a:spcPct val="100000"/>
              </a:lnSpc>
            </a:pPr>
            <a:r>
              <a:rPr lang="en-US" sz="2200" b="0" i="0" u="none" strike="noStrike">
                <a:solidFill>
                  <a:srgbClr val="000000"/>
                </a:solidFill>
                <a:latin typeface="Montserrat SemiBold"/>
              </a:rPr>
              <a:t>Digital Execution</a:t>
            </a:r>
            <a:endParaRPr lang="en-US" sz="2200" b="0" i="0" u="none" strike="noStrike">
              <a:solidFill>
                <a:srgbClr val="000000"/>
              </a:solidFill>
              <a:latin typeface="Montserrat SemiBold"/>
            </a:endParaRPr>
          </a:p>
        </p:txBody>
      </p:sp>
      <p:sp>
        <p:nvSpPr>
          <p:cNvPr id="24" name="TextBox 24"/>
          <p:cNvSpPr txBox="1"/>
          <p:nvPr/>
        </p:nvSpPr>
        <p:spPr>
          <a:xfrm>
            <a:off x="8902700" y="7835900"/>
            <a:ext cx="3060700" cy="596900"/>
          </a:xfrm>
          <a:prstGeom prst="rect">
            <a:avLst/>
          </a:prstGeom>
        </p:spPr>
        <p:txBody>
          <a:bodyPr lIns="0" tIns="0" rIns="0" bIns="0" rtlCol="0" anchor="t"/>
          <a:lstStyle/>
          <a:p>
            <a:pPr lvl="0" algn="r">
              <a:lnSpc>
                <a:spcPct val="100000"/>
              </a:lnSpc>
            </a:pPr>
            <a:r>
              <a:rPr lang="en-US" sz="1800" b="0" i="1" u="none" strike="noStrike">
                <a:solidFill>
                  <a:srgbClr val="000000"/>
                </a:solidFill>
                <a:latin typeface="Montserrat Regular"/>
              </a:rPr>
              <a:t>Phasellus ac eros at urna condimentum lacinia.</a:t>
            </a:r>
            <a:endParaRPr lang="en-US" sz="1800" b="0" i="1" u="none" strike="noStrike">
              <a:solidFill>
                <a:srgbClr val="000000"/>
              </a:solidFill>
              <a:latin typeface="Montserrat Regul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5400000">
            <a:off x="2654300" y="698500"/>
            <a:ext cx="431800" cy="25400"/>
          </a:xfrm>
          <a:prstGeom prst="rect">
            <a:avLst/>
          </a:prstGeom>
        </p:spPr>
      </p:pic>
      <p:grpSp>
        <p:nvGrpSpPr>
          <p:cNvPr id="3" name="Group 3"/>
          <p:cNvGrpSpPr/>
          <p:nvPr/>
        </p:nvGrpSpPr>
        <p:grpSpPr>
          <a:xfrm>
            <a:off x="0" y="-2147483648"/>
            <a:ext cx="2147011200" cy="2147011200"/>
            <a:chOff x="0" y="0"/>
            <a:chExt cx="0" cy="0"/>
          </a:xfrm>
        </p:grpSpPr>
      </p:grpSp>
      <p:pic>
        <p:nvPicPr>
          <p:cNvPr id="4" name="Picture 4"/>
          <p:cNvPicPr>
            <a:picLocks noChangeAspect="1"/>
          </p:cNvPicPr>
          <p:nvPr/>
        </p:nvPicPr>
        <p:blipFill>
          <a:blip r:embed="rId2">
            <a:alphaModFix amt="70000"/>
          </a:blip>
          <a:stretch>
            <a:fillRect/>
          </a:stretch>
        </p:blipFill>
        <p:spPr>
          <a:xfrm>
            <a:off x="0" y="0"/>
            <a:ext cx="11531600" cy="8648700"/>
          </a:xfrm>
          <a:prstGeom prst="rect">
            <a:avLst/>
          </a:prstGeom>
        </p:spPr>
      </p:pic>
      <p:pic>
        <p:nvPicPr>
          <p:cNvPr id="5" name="Picture 5"/>
          <p:cNvPicPr>
            <a:picLocks noChangeAspect="1"/>
          </p:cNvPicPr>
          <p:nvPr/>
        </p:nvPicPr>
        <p:blipFill>
          <a:blip r:embed="rId3">
            <a:alphaModFix amt="70000"/>
          </a:blip>
          <a:stretch>
            <a:fillRect/>
          </a:stretch>
        </p:blipFill>
        <p:spPr>
          <a:xfrm>
            <a:off x="6756400" y="-165100"/>
            <a:ext cx="11531600" cy="8648700"/>
          </a:xfrm>
          <a:prstGeom prst="rect">
            <a:avLst/>
          </a:prstGeom>
        </p:spPr>
      </p:pic>
      <p:pic>
        <p:nvPicPr>
          <p:cNvPr id="6" name="Picture 6"/>
          <p:cNvPicPr>
            <a:picLocks noChangeAspect="1"/>
          </p:cNvPicPr>
          <p:nvPr/>
        </p:nvPicPr>
        <p:blipFill>
          <a:blip r:embed="rId4"/>
          <a:stretch>
            <a:fillRect/>
          </a:stretch>
        </p:blipFill>
        <p:spPr>
          <a:xfrm>
            <a:off x="508000" y="927100"/>
            <a:ext cx="17259300" cy="25400"/>
          </a:xfrm>
          <a:prstGeom prst="rect">
            <a:avLst/>
          </a:prstGeom>
        </p:spPr>
      </p:pic>
      <p:pic>
        <p:nvPicPr>
          <p:cNvPr id="7" name="Picture 7"/>
          <p:cNvPicPr>
            <a:picLocks noChangeAspect="1"/>
          </p:cNvPicPr>
          <p:nvPr/>
        </p:nvPicPr>
        <p:blipFill>
          <a:blip r:embed="rId5"/>
          <a:stretch>
            <a:fillRect/>
          </a:stretch>
        </p:blipFill>
        <p:spPr>
          <a:xfrm>
            <a:off x="14554200" y="4216400"/>
            <a:ext cx="3263900" cy="4432300"/>
          </a:xfrm>
          <a:prstGeom prst="rect">
            <a:avLst/>
          </a:prstGeom>
        </p:spPr>
      </p:pic>
      <p:pic>
        <p:nvPicPr>
          <p:cNvPr id="8" name="Picture 8"/>
          <p:cNvPicPr>
            <a:picLocks noChangeAspect="1"/>
          </p:cNvPicPr>
          <p:nvPr/>
        </p:nvPicPr>
        <p:blipFill>
          <a:blip r:embed="rId4"/>
          <a:stretch>
            <a:fillRect/>
          </a:stretch>
        </p:blipFill>
        <p:spPr>
          <a:xfrm>
            <a:off x="508000" y="482600"/>
            <a:ext cx="17259300" cy="25400"/>
          </a:xfrm>
          <a:prstGeom prst="rect">
            <a:avLst/>
          </a:prstGeom>
        </p:spPr>
      </p:pic>
      <p:pic>
        <p:nvPicPr>
          <p:cNvPr id="9" name="Picture 9"/>
          <p:cNvPicPr>
            <a:picLocks noChangeAspect="1"/>
          </p:cNvPicPr>
          <p:nvPr/>
        </p:nvPicPr>
        <p:blipFill>
          <a:blip r:embed="rId1"/>
          <a:stretch>
            <a:fillRect/>
          </a:stretch>
        </p:blipFill>
        <p:spPr>
          <a:xfrm rot="5400000">
            <a:off x="8242300" y="698500"/>
            <a:ext cx="431800" cy="25400"/>
          </a:xfrm>
          <a:prstGeom prst="rect">
            <a:avLst/>
          </a:prstGeom>
        </p:spPr>
      </p:pic>
      <p:pic>
        <p:nvPicPr>
          <p:cNvPr id="10" name="Picture 10"/>
          <p:cNvPicPr>
            <a:picLocks noChangeAspect="1"/>
          </p:cNvPicPr>
          <p:nvPr/>
        </p:nvPicPr>
        <p:blipFill>
          <a:blip r:embed="rId1"/>
          <a:stretch>
            <a:fillRect/>
          </a:stretch>
        </p:blipFill>
        <p:spPr>
          <a:xfrm rot="5400000">
            <a:off x="16319500" y="698500"/>
            <a:ext cx="431800" cy="25400"/>
          </a:xfrm>
          <a:prstGeom prst="rect">
            <a:avLst/>
          </a:prstGeom>
        </p:spPr>
      </p:pic>
      <p:pic>
        <p:nvPicPr>
          <p:cNvPr id="11" name="Picture 11"/>
          <p:cNvPicPr>
            <a:picLocks noChangeAspect="1"/>
          </p:cNvPicPr>
          <p:nvPr/>
        </p:nvPicPr>
        <p:blipFill>
          <a:blip r:embed="rId6"/>
          <a:stretch>
            <a:fillRect/>
          </a:stretch>
        </p:blipFill>
        <p:spPr>
          <a:xfrm>
            <a:off x="10960100" y="4216400"/>
            <a:ext cx="3263900" cy="4432300"/>
          </a:xfrm>
          <a:prstGeom prst="rect">
            <a:avLst/>
          </a:prstGeom>
        </p:spPr>
      </p:pic>
      <p:sp>
        <p:nvSpPr>
          <p:cNvPr id="12" name="TextBox 12"/>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3" name="TextBox 13"/>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4" name="TextBox 14"/>
          <p:cNvSpPr txBox="1"/>
          <p:nvPr/>
        </p:nvSpPr>
        <p:spPr>
          <a:xfrm>
            <a:off x="17411700" y="596900"/>
            <a:ext cx="3683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13</a:t>
            </a:r>
            <a:endParaRPr lang="en-US" sz="1600" b="0" i="0" u="none" strike="noStrike" dirty="0">
              <a:solidFill>
                <a:srgbClr val="000000"/>
              </a:solidFill>
              <a:latin typeface="Anek Tamil Expanded SemiBold"/>
            </a:endParaRPr>
          </a:p>
        </p:txBody>
      </p:sp>
      <p:sp>
        <p:nvSpPr>
          <p:cNvPr id="15" name="TextBox 15"/>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Collaborations Client Work</a:t>
            </a:r>
            <a:endParaRPr lang="en-US" sz="1500" b="0" i="0" u="none" strike="noStrike">
              <a:solidFill>
                <a:srgbClr val="000000"/>
              </a:solidFill>
              <a:latin typeface="Anek Tamil Expanded Regular"/>
            </a:endParaRPr>
          </a:p>
        </p:txBody>
      </p:sp>
      <p:sp>
        <p:nvSpPr>
          <p:cNvPr id="16" name="TextBox 16"/>
          <p:cNvSpPr txBox="1"/>
          <p:nvPr/>
        </p:nvSpPr>
        <p:spPr>
          <a:xfrm>
            <a:off x="508000" y="1384300"/>
            <a:ext cx="13131800" cy="2438400"/>
          </a:xfrm>
          <a:prstGeom prst="rect">
            <a:avLst/>
          </a:prstGeom>
        </p:spPr>
        <p:txBody>
          <a:bodyPr lIns="0" tIns="0" rIns="0" bIns="0" rtlCol="0" anchor="t"/>
          <a:lstStyle/>
          <a:p>
            <a:pPr lvl="0" algn="l">
              <a:lnSpc>
                <a:spcPct val="83000"/>
              </a:lnSpc>
            </a:pPr>
            <a:r>
              <a:rPr lang="en-US" sz="8000" b="0" i="0" u="none" strike="noStrike">
                <a:solidFill>
                  <a:srgbClr val="000000"/>
                </a:solidFill>
                <a:latin typeface="Anek Tamil Expanded Regular"/>
              </a:rPr>
              <a:t>Brand Collaborations &amp; Client Work</a:t>
            </a:r>
            <a:endParaRPr lang="en-US" sz="8000" b="0" i="0" u="none" strike="noStrike">
              <a:solidFill>
                <a:srgbClr val="000000"/>
              </a:solidFill>
              <a:latin typeface="Anek Tamil Expanded Regular"/>
            </a:endParaRPr>
          </a:p>
        </p:txBody>
      </p:sp>
      <p:pic>
        <p:nvPicPr>
          <p:cNvPr id="17" name="Picture 17"/>
          <p:cNvPicPr>
            <a:picLocks noChangeAspect="1"/>
          </p:cNvPicPr>
          <p:nvPr/>
        </p:nvPicPr>
        <p:blipFill>
          <a:blip r:embed="rId7"/>
          <a:stretch>
            <a:fillRect/>
          </a:stretch>
        </p:blipFill>
        <p:spPr>
          <a:xfrm>
            <a:off x="7327900" y="4216400"/>
            <a:ext cx="3263900" cy="4432300"/>
          </a:xfrm>
          <a:prstGeom prst="rect">
            <a:avLst/>
          </a:prstGeom>
        </p:spPr>
      </p:pic>
      <p:sp>
        <p:nvSpPr>
          <p:cNvPr id="18" name="TextBox 18"/>
          <p:cNvSpPr txBox="1"/>
          <p:nvPr/>
        </p:nvSpPr>
        <p:spPr>
          <a:xfrm>
            <a:off x="7327900" y="8864600"/>
            <a:ext cx="23749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SemiBold"/>
              </a:rPr>
              <a:t>Enterprise A</a:t>
            </a:r>
            <a:endParaRPr lang="en-US" sz="2000" b="0" i="0" u="none" strike="noStrike">
              <a:solidFill>
                <a:srgbClr val="000000"/>
              </a:solidFill>
              <a:latin typeface="Montserrat SemiBold"/>
            </a:endParaRPr>
          </a:p>
        </p:txBody>
      </p:sp>
      <p:sp>
        <p:nvSpPr>
          <p:cNvPr id="19" name="TextBox 19"/>
          <p:cNvSpPr txBox="1"/>
          <p:nvPr/>
        </p:nvSpPr>
        <p:spPr>
          <a:xfrm>
            <a:off x="7327900" y="9207500"/>
            <a:ext cx="3263900" cy="292100"/>
          </a:xfrm>
          <a:prstGeom prst="rect">
            <a:avLst/>
          </a:prstGeom>
        </p:spPr>
        <p:txBody>
          <a:bodyPr lIns="0" tIns="0" rIns="0" bIns="0" rtlCol="0" anchor="t"/>
          <a:lstStyle/>
          <a:p>
            <a:pPr lvl="0" algn="l">
              <a:lnSpc>
                <a:spcPct val="100000"/>
              </a:lnSpc>
            </a:pPr>
            <a:r>
              <a:rPr lang="en-US" sz="1600" b="0" i="1" u="none" strike="noStrike">
                <a:solidFill>
                  <a:srgbClr val="000000"/>
                </a:solidFill>
                <a:latin typeface="Montserrat Regular"/>
              </a:rPr>
              <a:t>Product Mockup, 2030</a:t>
            </a:r>
            <a:endParaRPr lang="en-US" sz="1600" b="0" i="1" u="none" strike="noStrike">
              <a:solidFill>
                <a:srgbClr val="000000"/>
              </a:solidFill>
              <a:latin typeface="Montserrat Regular"/>
            </a:endParaRPr>
          </a:p>
        </p:txBody>
      </p:sp>
      <p:sp>
        <p:nvSpPr>
          <p:cNvPr id="20" name="TextBox 20"/>
          <p:cNvSpPr txBox="1"/>
          <p:nvPr/>
        </p:nvSpPr>
        <p:spPr>
          <a:xfrm>
            <a:off x="10934700" y="8864600"/>
            <a:ext cx="23749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SemiBold"/>
              </a:rPr>
              <a:t>Startup B</a:t>
            </a:r>
            <a:endParaRPr lang="en-US" sz="2000" b="0" i="0" u="none" strike="noStrike">
              <a:solidFill>
                <a:srgbClr val="000000"/>
              </a:solidFill>
              <a:latin typeface="Montserrat SemiBold"/>
            </a:endParaRPr>
          </a:p>
        </p:txBody>
      </p:sp>
      <p:sp>
        <p:nvSpPr>
          <p:cNvPr id="21" name="TextBox 21"/>
          <p:cNvSpPr txBox="1"/>
          <p:nvPr/>
        </p:nvSpPr>
        <p:spPr>
          <a:xfrm>
            <a:off x="10934700" y="9207500"/>
            <a:ext cx="3263900" cy="292100"/>
          </a:xfrm>
          <a:prstGeom prst="rect">
            <a:avLst/>
          </a:prstGeom>
        </p:spPr>
        <p:txBody>
          <a:bodyPr lIns="0" tIns="0" rIns="0" bIns="0" rtlCol="0" anchor="t"/>
          <a:lstStyle/>
          <a:p>
            <a:pPr lvl="0" algn="l">
              <a:lnSpc>
                <a:spcPct val="100000"/>
              </a:lnSpc>
            </a:pPr>
            <a:r>
              <a:rPr lang="en-US" sz="1600" b="0" i="1" u="none" strike="noStrike">
                <a:solidFill>
                  <a:srgbClr val="000000"/>
                </a:solidFill>
                <a:latin typeface="Montserrat Regular"/>
              </a:rPr>
              <a:t>Package Design, 2030</a:t>
            </a:r>
            <a:endParaRPr lang="en-US" sz="1600" b="0" i="1" u="none" strike="noStrike">
              <a:solidFill>
                <a:srgbClr val="000000"/>
              </a:solidFill>
              <a:latin typeface="Montserrat Regular"/>
            </a:endParaRPr>
          </a:p>
        </p:txBody>
      </p:sp>
      <p:sp>
        <p:nvSpPr>
          <p:cNvPr id="22" name="TextBox 22"/>
          <p:cNvSpPr txBox="1"/>
          <p:nvPr/>
        </p:nvSpPr>
        <p:spPr>
          <a:xfrm>
            <a:off x="14554200" y="8864600"/>
            <a:ext cx="2374900" cy="355600"/>
          </a:xfrm>
          <a:prstGeom prst="rect">
            <a:avLst/>
          </a:prstGeom>
        </p:spPr>
        <p:txBody>
          <a:bodyPr lIns="0" tIns="0" rIns="0" bIns="0" rtlCol="0" anchor="t"/>
          <a:lstStyle/>
          <a:p>
            <a:pPr lvl="0" algn="l">
              <a:lnSpc>
                <a:spcPct val="100000"/>
              </a:lnSpc>
            </a:pPr>
            <a:r>
              <a:rPr lang="en-US" sz="2000" b="0" i="0" u="none" strike="noStrike">
                <a:solidFill>
                  <a:srgbClr val="000000"/>
                </a:solidFill>
                <a:latin typeface="Montserrat SemiBold"/>
              </a:rPr>
              <a:t>Personal Client C</a:t>
            </a:r>
            <a:endParaRPr lang="en-US" sz="2000" b="0" i="0" u="none" strike="noStrike">
              <a:solidFill>
                <a:srgbClr val="000000"/>
              </a:solidFill>
              <a:latin typeface="Montserrat SemiBold"/>
            </a:endParaRPr>
          </a:p>
        </p:txBody>
      </p:sp>
      <p:sp>
        <p:nvSpPr>
          <p:cNvPr id="23" name="TextBox 23"/>
          <p:cNvSpPr txBox="1"/>
          <p:nvPr/>
        </p:nvSpPr>
        <p:spPr>
          <a:xfrm>
            <a:off x="14554200" y="9207500"/>
            <a:ext cx="3263900" cy="292100"/>
          </a:xfrm>
          <a:prstGeom prst="rect">
            <a:avLst/>
          </a:prstGeom>
        </p:spPr>
        <p:txBody>
          <a:bodyPr lIns="0" tIns="0" rIns="0" bIns="0" rtlCol="0" anchor="t"/>
          <a:lstStyle/>
          <a:p>
            <a:pPr lvl="0" algn="l">
              <a:lnSpc>
                <a:spcPct val="100000"/>
              </a:lnSpc>
            </a:pPr>
            <a:r>
              <a:rPr lang="en-US" sz="1600" b="0" i="1" u="none" strike="noStrike">
                <a:solidFill>
                  <a:srgbClr val="000000"/>
                </a:solidFill>
                <a:latin typeface="Montserrat Regular"/>
              </a:rPr>
              <a:t>Brand Logo Design, 2030</a:t>
            </a:r>
            <a:endParaRPr lang="en-US" sz="1600" b="0" i="1" u="none" strike="noStrike">
              <a:solidFill>
                <a:srgbClr val="000000"/>
              </a:solidFill>
              <a:latin typeface="Montserrat Regular"/>
            </a:endParaRPr>
          </a:p>
        </p:txBody>
      </p:sp>
      <p:sp>
        <p:nvSpPr>
          <p:cNvPr id="24" name="TextBox 24"/>
          <p:cNvSpPr txBox="1"/>
          <p:nvPr/>
        </p:nvSpPr>
        <p:spPr>
          <a:xfrm>
            <a:off x="508000" y="7442200"/>
            <a:ext cx="4394200" cy="1968500"/>
          </a:xfrm>
          <a:prstGeom prst="rect">
            <a:avLst/>
          </a:prstGeom>
        </p:spPr>
        <p:txBody>
          <a:bodyPr lIns="0" tIns="0" rIns="0" bIns="0" rtlCol="0" anchor="b"/>
          <a:lstStyle/>
          <a:p>
            <a:pPr lvl="0" algn="l">
              <a:lnSpc>
                <a:spcPct val="100000"/>
              </a:lnSpc>
            </a:pPr>
            <a:r>
              <a:rPr lang="en-US" sz="1800" b="0" i="0" u="none" strike="noStrike">
                <a:solidFill>
                  <a:srgbClr val="000000"/>
                </a:solidFill>
                <a:latin typeface="Montserrat Regular"/>
              </a:rPr>
              <a:t>Nullam quis arcu in magna pulvinar tincidunt. Lorem ipsum dolor sit elit amet, consectetur adipiscing elit eitm Nam hendrerit nulla ut cursus laoreet. Nullam elementum lorem vel facilisis laoreet. Cras ac turpis vel erat vehicula venenatis.</a:t>
            </a:r>
            <a:endParaRPr lang="en-US" sz="1800" b="0" i="0" u="none" strike="noStrike">
              <a:solidFill>
                <a:srgbClr val="000000"/>
              </a:solidFill>
              <a:latin typeface="Montserrat Regul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0000"/>
          </a:blip>
          <a:stretch>
            <a:fillRect/>
          </a:stretch>
        </p:blipFill>
        <p:spPr>
          <a:xfrm>
            <a:off x="1739900" y="-101600"/>
            <a:ext cx="11531600" cy="8648700"/>
          </a:xfrm>
          <a:prstGeom prst="rect">
            <a:avLst/>
          </a:prstGeom>
        </p:spPr>
      </p:pic>
      <p:pic>
        <p:nvPicPr>
          <p:cNvPr id="3" name="Picture 3"/>
          <p:cNvPicPr>
            <a:picLocks noChangeAspect="1"/>
          </p:cNvPicPr>
          <p:nvPr/>
        </p:nvPicPr>
        <p:blipFill>
          <a:blip r:embed="rId2"/>
          <a:stretch>
            <a:fillRect/>
          </a:stretch>
        </p:blipFill>
        <p:spPr>
          <a:xfrm>
            <a:off x="508000" y="927100"/>
            <a:ext cx="17259300" cy="25400"/>
          </a:xfrm>
          <a:prstGeom prst="rect">
            <a:avLst/>
          </a:prstGeom>
        </p:spPr>
      </p:pic>
      <p:pic>
        <p:nvPicPr>
          <p:cNvPr id="4" name="Picture 4"/>
          <p:cNvPicPr>
            <a:picLocks noChangeAspect="1"/>
          </p:cNvPicPr>
          <p:nvPr/>
        </p:nvPicPr>
        <p:blipFill>
          <a:blip r:embed="rId3"/>
          <a:stretch>
            <a:fillRect/>
          </a:stretch>
        </p:blipFill>
        <p:spPr>
          <a:xfrm rot="5400000">
            <a:off x="2654300" y="698500"/>
            <a:ext cx="431800" cy="25400"/>
          </a:xfrm>
          <a:prstGeom prst="rect">
            <a:avLst/>
          </a:prstGeom>
        </p:spPr>
      </p:pic>
      <p:pic>
        <p:nvPicPr>
          <p:cNvPr id="5" name="Picture 5"/>
          <p:cNvPicPr>
            <a:picLocks noChangeAspect="1"/>
          </p:cNvPicPr>
          <p:nvPr/>
        </p:nvPicPr>
        <p:blipFill>
          <a:blip r:embed="rId2"/>
          <a:stretch>
            <a:fillRect/>
          </a:stretch>
        </p:blipFill>
        <p:spPr>
          <a:xfrm>
            <a:off x="508000" y="482600"/>
            <a:ext cx="17259300" cy="25400"/>
          </a:xfrm>
          <a:prstGeom prst="rect">
            <a:avLst/>
          </a:prstGeom>
        </p:spPr>
      </p:pic>
      <p:pic>
        <p:nvPicPr>
          <p:cNvPr id="6" name="Picture 6"/>
          <p:cNvPicPr>
            <a:picLocks noChangeAspect="1"/>
          </p:cNvPicPr>
          <p:nvPr/>
        </p:nvPicPr>
        <p:blipFill>
          <a:blip r:embed="rId3"/>
          <a:stretch>
            <a:fillRect/>
          </a:stretch>
        </p:blipFill>
        <p:spPr>
          <a:xfrm rot="5400000">
            <a:off x="8242300" y="698500"/>
            <a:ext cx="431800" cy="25400"/>
          </a:xfrm>
          <a:prstGeom prst="rect">
            <a:avLst/>
          </a:prstGeom>
        </p:spPr>
      </p:pic>
      <p:pic>
        <p:nvPicPr>
          <p:cNvPr id="7" name="Picture 7"/>
          <p:cNvPicPr>
            <a:picLocks noChangeAspect="1"/>
          </p:cNvPicPr>
          <p:nvPr/>
        </p:nvPicPr>
        <p:blipFill>
          <a:blip r:embed="rId3"/>
          <a:stretch>
            <a:fillRect/>
          </a:stretch>
        </p:blipFill>
        <p:spPr>
          <a:xfrm rot="5400000">
            <a:off x="16319500" y="698500"/>
            <a:ext cx="431800" cy="25400"/>
          </a:xfrm>
          <a:prstGeom prst="rect">
            <a:avLst/>
          </a:prstGeom>
        </p:spPr>
      </p:pic>
      <p:pic>
        <p:nvPicPr>
          <p:cNvPr id="8" name="Picture 8"/>
          <p:cNvPicPr>
            <a:picLocks noChangeAspect="1"/>
          </p:cNvPicPr>
          <p:nvPr/>
        </p:nvPicPr>
        <p:blipFill>
          <a:blip r:embed="rId4"/>
          <a:stretch>
            <a:fillRect/>
          </a:stretch>
        </p:blipFill>
        <p:spPr>
          <a:xfrm>
            <a:off x="6311900" y="4686300"/>
            <a:ext cx="5664200" cy="3581400"/>
          </a:xfrm>
          <a:prstGeom prst="rect">
            <a:avLst/>
          </a:prstGeom>
        </p:spPr>
      </p:pic>
      <p:pic>
        <p:nvPicPr>
          <p:cNvPr id="9" name="Picture 9"/>
          <p:cNvPicPr>
            <a:picLocks noChangeAspect="1"/>
          </p:cNvPicPr>
          <p:nvPr/>
        </p:nvPicPr>
        <p:blipFill>
          <a:blip r:embed="rId5"/>
          <a:stretch>
            <a:fillRect/>
          </a:stretch>
        </p:blipFill>
        <p:spPr>
          <a:xfrm>
            <a:off x="12115800" y="4686300"/>
            <a:ext cx="5664200" cy="3581400"/>
          </a:xfrm>
          <a:prstGeom prst="rect">
            <a:avLst/>
          </a:prstGeom>
        </p:spPr>
      </p:pic>
      <p:pic>
        <p:nvPicPr>
          <p:cNvPr id="10" name="Picture 10"/>
          <p:cNvPicPr>
            <a:picLocks noChangeAspect="1"/>
          </p:cNvPicPr>
          <p:nvPr/>
        </p:nvPicPr>
        <p:blipFill>
          <a:blip r:embed="rId6"/>
          <a:stretch>
            <a:fillRect/>
          </a:stretch>
        </p:blipFill>
        <p:spPr>
          <a:xfrm>
            <a:off x="508000" y="4686300"/>
            <a:ext cx="5664200" cy="3581400"/>
          </a:xfrm>
          <a:prstGeom prst="rect">
            <a:avLst/>
          </a:prstGeom>
        </p:spPr>
      </p:pic>
      <p:sp>
        <p:nvSpPr>
          <p:cNvPr id="11" name="TextBox 11"/>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2" name="TextBox 12"/>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3" name="TextBox 13"/>
          <p:cNvSpPr txBox="1"/>
          <p:nvPr/>
        </p:nvSpPr>
        <p:spPr>
          <a:xfrm>
            <a:off x="17411700" y="596900"/>
            <a:ext cx="3683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14</a:t>
            </a:r>
            <a:endParaRPr lang="en-US" sz="1600" b="0" i="0" u="none" strike="noStrike" dirty="0">
              <a:solidFill>
                <a:srgbClr val="000000"/>
              </a:solidFill>
              <a:latin typeface="Anek Tamil Expanded SemiBold"/>
            </a:endParaRPr>
          </a:p>
        </p:txBody>
      </p:sp>
      <p:sp>
        <p:nvSpPr>
          <p:cNvPr id="14" name="TextBox 14"/>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Awards</a:t>
            </a:r>
            <a:endParaRPr lang="en-US" sz="1500" b="0" i="0" u="none" strike="noStrike">
              <a:solidFill>
                <a:srgbClr val="000000"/>
              </a:solidFill>
              <a:latin typeface="Anek Tamil Expanded Regular"/>
            </a:endParaRPr>
          </a:p>
        </p:txBody>
      </p:sp>
      <p:sp>
        <p:nvSpPr>
          <p:cNvPr id="15" name="TextBox 15"/>
          <p:cNvSpPr txBox="1"/>
          <p:nvPr/>
        </p:nvSpPr>
        <p:spPr>
          <a:xfrm>
            <a:off x="6553200" y="1727200"/>
            <a:ext cx="5168900" cy="1422400"/>
          </a:xfrm>
          <a:prstGeom prst="rect">
            <a:avLst/>
          </a:prstGeom>
        </p:spPr>
        <p:txBody>
          <a:bodyPr lIns="0" tIns="0" rIns="0" bIns="0" rtlCol="0" anchor="t"/>
          <a:lstStyle/>
          <a:p>
            <a:pPr lvl="0" algn="ctr">
              <a:lnSpc>
                <a:spcPct val="83000"/>
              </a:lnSpc>
            </a:pPr>
            <a:r>
              <a:rPr lang="en-US" sz="8000" b="0" i="0" u="none" strike="noStrike">
                <a:solidFill>
                  <a:srgbClr val="000000"/>
                </a:solidFill>
                <a:latin typeface="Anek Tamil Expanded Regular"/>
              </a:rPr>
              <a:t>Awards</a:t>
            </a:r>
            <a:endParaRPr lang="en-US" sz="8000" b="0" i="0" u="none" strike="noStrike">
              <a:solidFill>
                <a:srgbClr val="000000"/>
              </a:solidFill>
              <a:latin typeface="Anek Tamil Expanded Regular"/>
            </a:endParaRPr>
          </a:p>
        </p:txBody>
      </p:sp>
      <p:sp>
        <p:nvSpPr>
          <p:cNvPr id="16" name="TextBox 16"/>
          <p:cNvSpPr txBox="1"/>
          <p:nvPr/>
        </p:nvSpPr>
        <p:spPr>
          <a:xfrm>
            <a:off x="2590800" y="3073400"/>
            <a:ext cx="13106400" cy="520700"/>
          </a:xfrm>
          <a:prstGeom prst="rect">
            <a:avLst/>
          </a:prstGeom>
        </p:spPr>
        <p:txBody>
          <a:bodyPr lIns="0" tIns="0" rIns="0" bIns="0" rtlCol="0" anchor="t"/>
          <a:lstStyle/>
          <a:p>
            <a:pPr lvl="0" algn="ctr">
              <a:lnSpc>
                <a:spcPct val="100000"/>
              </a:lnSpc>
            </a:pPr>
            <a:r>
              <a:rPr lang="en-US" sz="1600" b="0" i="0" u="none" strike="noStrike">
                <a:solidFill>
                  <a:srgbClr val="000000"/>
                </a:solidFill>
                <a:latin typeface="Montserrat Regular"/>
              </a:rPr>
              <a:t>Nullam quis arcu in magna pulvinar tincidunt. Lorem ipsum dolor sit amet, consectetur adipiscing elit. Nam hendrerit nulla ut cursus laoreet. Nullam elementum lorem vel facilisis laoreet. Cras ac turpis vel erat vehicula venenatis.</a:t>
            </a:r>
            <a:endParaRPr lang="en-US" sz="1600" b="0" i="0" u="none" strike="noStrike">
              <a:solidFill>
                <a:srgbClr val="000000"/>
              </a:solidFill>
              <a:latin typeface="Montserrat Regular"/>
            </a:endParaRPr>
          </a:p>
        </p:txBody>
      </p:sp>
      <p:sp>
        <p:nvSpPr>
          <p:cNvPr id="17" name="TextBox 17"/>
          <p:cNvSpPr txBox="1"/>
          <p:nvPr/>
        </p:nvSpPr>
        <p:spPr>
          <a:xfrm>
            <a:off x="2159000" y="8534400"/>
            <a:ext cx="2374900" cy="355600"/>
          </a:xfrm>
          <a:prstGeom prst="rect">
            <a:avLst/>
          </a:prstGeom>
        </p:spPr>
        <p:txBody>
          <a:bodyPr lIns="0" tIns="0" rIns="0" bIns="0" rtlCol="0" anchor="t"/>
          <a:lstStyle/>
          <a:p>
            <a:pPr lvl="0" algn="ctr">
              <a:lnSpc>
                <a:spcPct val="100000"/>
              </a:lnSpc>
            </a:pPr>
            <a:r>
              <a:rPr lang="en-US" sz="2000" b="0" i="0" u="none" strike="noStrike">
                <a:solidFill>
                  <a:srgbClr val="000000"/>
                </a:solidFill>
                <a:latin typeface="Montserrat SemiBold"/>
              </a:rPr>
              <a:t>Award A 2030</a:t>
            </a:r>
            <a:endParaRPr lang="en-US" sz="2000" b="0" i="0" u="none" strike="noStrike">
              <a:solidFill>
                <a:srgbClr val="000000"/>
              </a:solidFill>
              <a:latin typeface="Montserrat SemiBold"/>
            </a:endParaRPr>
          </a:p>
        </p:txBody>
      </p:sp>
      <p:sp>
        <p:nvSpPr>
          <p:cNvPr id="18" name="TextBox 18"/>
          <p:cNvSpPr txBox="1"/>
          <p:nvPr/>
        </p:nvSpPr>
        <p:spPr>
          <a:xfrm>
            <a:off x="2159000" y="8991600"/>
            <a:ext cx="2374900" cy="520700"/>
          </a:xfrm>
          <a:prstGeom prst="rect">
            <a:avLst/>
          </a:prstGeom>
        </p:spPr>
        <p:txBody>
          <a:bodyPr lIns="0" tIns="0" rIns="0" bIns="0" rtlCol="0" anchor="t"/>
          <a:lstStyle/>
          <a:p>
            <a:pPr lvl="0" algn="ctr">
              <a:lnSpc>
                <a:spcPct val="100000"/>
              </a:lnSpc>
            </a:pPr>
            <a:r>
              <a:rPr lang="en-US" sz="1600" b="0" i="1" u="none" strike="noStrike">
                <a:solidFill>
                  <a:srgbClr val="000000"/>
                </a:solidFill>
                <a:latin typeface="Montserrat Regular"/>
              </a:rPr>
              <a:t>Enter brief explanation of the Award</a:t>
            </a:r>
            <a:endParaRPr lang="en-US" sz="1600" b="0" i="1" u="none" strike="noStrike">
              <a:solidFill>
                <a:srgbClr val="000000"/>
              </a:solidFill>
              <a:latin typeface="Montserrat Regular"/>
            </a:endParaRPr>
          </a:p>
        </p:txBody>
      </p:sp>
      <p:sp>
        <p:nvSpPr>
          <p:cNvPr id="19" name="TextBox 19"/>
          <p:cNvSpPr txBox="1"/>
          <p:nvPr/>
        </p:nvSpPr>
        <p:spPr>
          <a:xfrm>
            <a:off x="7962900" y="8534400"/>
            <a:ext cx="2374900" cy="355600"/>
          </a:xfrm>
          <a:prstGeom prst="rect">
            <a:avLst/>
          </a:prstGeom>
        </p:spPr>
        <p:txBody>
          <a:bodyPr lIns="0" tIns="0" rIns="0" bIns="0" rtlCol="0" anchor="t"/>
          <a:lstStyle/>
          <a:p>
            <a:pPr lvl="0" algn="ctr">
              <a:lnSpc>
                <a:spcPct val="100000"/>
              </a:lnSpc>
            </a:pPr>
            <a:r>
              <a:rPr lang="en-US" sz="2000" b="0" i="0" u="none" strike="noStrike">
                <a:solidFill>
                  <a:srgbClr val="000000"/>
                </a:solidFill>
                <a:latin typeface="Montserrat SemiBold"/>
              </a:rPr>
              <a:t>Award B 2030</a:t>
            </a:r>
            <a:endParaRPr lang="en-US" sz="2000" b="0" i="0" u="none" strike="noStrike">
              <a:solidFill>
                <a:srgbClr val="000000"/>
              </a:solidFill>
              <a:latin typeface="Montserrat SemiBold"/>
            </a:endParaRPr>
          </a:p>
        </p:txBody>
      </p:sp>
      <p:sp>
        <p:nvSpPr>
          <p:cNvPr id="20" name="TextBox 20"/>
          <p:cNvSpPr txBox="1"/>
          <p:nvPr/>
        </p:nvSpPr>
        <p:spPr>
          <a:xfrm>
            <a:off x="7950200" y="8991600"/>
            <a:ext cx="2374900" cy="520700"/>
          </a:xfrm>
          <a:prstGeom prst="rect">
            <a:avLst/>
          </a:prstGeom>
        </p:spPr>
        <p:txBody>
          <a:bodyPr lIns="0" tIns="0" rIns="0" bIns="0" rtlCol="0" anchor="t"/>
          <a:lstStyle/>
          <a:p>
            <a:pPr lvl="0" algn="ctr">
              <a:lnSpc>
                <a:spcPct val="100000"/>
              </a:lnSpc>
            </a:pPr>
            <a:r>
              <a:rPr lang="en-US" sz="1600" b="0" i="1" u="none" strike="noStrike">
                <a:solidFill>
                  <a:srgbClr val="000000"/>
                </a:solidFill>
                <a:latin typeface="Montserrat Regular"/>
              </a:rPr>
              <a:t>Enter brief explanation of the Award</a:t>
            </a:r>
            <a:endParaRPr lang="en-US" sz="1600" b="0" i="1" u="none" strike="noStrike">
              <a:solidFill>
                <a:srgbClr val="000000"/>
              </a:solidFill>
              <a:latin typeface="Montserrat Regular"/>
            </a:endParaRPr>
          </a:p>
        </p:txBody>
      </p:sp>
      <p:sp>
        <p:nvSpPr>
          <p:cNvPr id="21" name="TextBox 21"/>
          <p:cNvSpPr txBox="1"/>
          <p:nvPr/>
        </p:nvSpPr>
        <p:spPr>
          <a:xfrm>
            <a:off x="13754100" y="8534400"/>
            <a:ext cx="2374900" cy="355600"/>
          </a:xfrm>
          <a:prstGeom prst="rect">
            <a:avLst/>
          </a:prstGeom>
        </p:spPr>
        <p:txBody>
          <a:bodyPr lIns="0" tIns="0" rIns="0" bIns="0" rtlCol="0" anchor="t"/>
          <a:lstStyle/>
          <a:p>
            <a:pPr lvl="0" algn="ctr">
              <a:lnSpc>
                <a:spcPct val="100000"/>
              </a:lnSpc>
            </a:pPr>
            <a:r>
              <a:rPr lang="en-US" sz="2000" b="0" i="0" u="none" strike="noStrike">
                <a:solidFill>
                  <a:srgbClr val="000000"/>
                </a:solidFill>
                <a:latin typeface="Montserrat SemiBold"/>
              </a:rPr>
              <a:t>Award C 2030</a:t>
            </a:r>
            <a:endParaRPr lang="en-US" sz="2000" b="0" i="0" u="none" strike="noStrike">
              <a:solidFill>
                <a:srgbClr val="000000"/>
              </a:solidFill>
              <a:latin typeface="Montserrat SemiBold"/>
            </a:endParaRPr>
          </a:p>
        </p:txBody>
      </p:sp>
      <p:sp>
        <p:nvSpPr>
          <p:cNvPr id="22" name="TextBox 22"/>
          <p:cNvSpPr txBox="1"/>
          <p:nvPr/>
        </p:nvSpPr>
        <p:spPr>
          <a:xfrm>
            <a:off x="13754100" y="8991600"/>
            <a:ext cx="2374900" cy="520700"/>
          </a:xfrm>
          <a:prstGeom prst="rect">
            <a:avLst/>
          </a:prstGeom>
        </p:spPr>
        <p:txBody>
          <a:bodyPr lIns="0" tIns="0" rIns="0" bIns="0" rtlCol="0" anchor="t"/>
          <a:lstStyle/>
          <a:p>
            <a:pPr lvl="0" algn="ctr">
              <a:lnSpc>
                <a:spcPct val="100000"/>
              </a:lnSpc>
            </a:pPr>
            <a:r>
              <a:rPr lang="en-US" sz="1600" b="0" i="1" u="none" strike="noStrike">
                <a:solidFill>
                  <a:srgbClr val="000000"/>
                </a:solidFill>
                <a:latin typeface="Montserrat Regular"/>
              </a:rPr>
              <a:t>Enter brief explanation of the Award</a:t>
            </a:r>
            <a:endParaRPr lang="en-US" sz="1600" b="0" i="1" u="none" strike="noStrike">
              <a:solidFill>
                <a:srgbClr val="000000"/>
              </a:solidFill>
              <a:latin typeface="Montserrat Regul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2"/>
          <p:cNvGrpSpPr/>
          <p:nvPr/>
        </p:nvGrpSpPr>
        <p:grpSpPr>
          <a:xfrm>
            <a:off x="0" y="-2147483648"/>
            <a:ext cx="2147011200" cy="2147011200"/>
            <a:chOff x="0" y="0"/>
            <a:chExt cx="0" cy="0"/>
          </a:xfrm>
        </p:grpSpPr>
      </p:grpSp>
      <p:pic>
        <p:nvPicPr>
          <p:cNvPr id="3" name="Picture 3"/>
          <p:cNvPicPr>
            <a:picLocks noChangeAspect="1"/>
          </p:cNvPicPr>
          <p:nvPr/>
        </p:nvPicPr>
        <p:blipFill>
          <a:blip r:embed="rId1">
            <a:alphaModFix amt="70000"/>
          </a:blip>
          <a:stretch>
            <a:fillRect/>
          </a:stretch>
        </p:blipFill>
        <p:spPr>
          <a:xfrm>
            <a:off x="0" y="0"/>
            <a:ext cx="11531600" cy="8648700"/>
          </a:xfrm>
          <a:prstGeom prst="rect">
            <a:avLst/>
          </a:prstGeom>
        </p:spPr>
      </p:pic>
      <p:pic>
        <p:nvPicPr>
          <p:cNvPr id="4" name="Picture 4"/>
          <p:cNvPicPr>
            <a:picLocks noChangeAspect="1"/>
          </p:cNvPicPr>
          <p:nvPr/>
        </p:nvPicPr>
        <p:blipFill>
          <a:blip r:embed="rId2">
            <a:alphaModFix amt="70000"/>
          </a:blip>
          <a:stretch>
            <a:fillRect/>
          </a:stretch>
        </p:blipFill>
        <p:spPr>
          <a:xfrm>
            <a:off x="6692900" y="-190500"/>
            <a:ext cx="11531600" cy="8648700"/>
          </a:xfrm>
          <a:prstGeom prst="rect">
            <a:avLst/>
          </a:prstGeom>
        </p:spPr>
      </p:pic>
      <p:pic>
        <p:nvPicPr>
          <p:cNvPr id="5" name="Picture 5"/>
          <p:cNvPicPr>
            <a:picLocks noChangeAspect="1"/>
          </p:cNvPicPr>
          <p:nvPr/>
        </p:nvPicPr>
        <p:blipFill>
          <a:blip r:embed="rId3"/>
          <a:stretch>
            <a:fillRect/>
          </a:stretch>
        </p:blipFill>
        <p:spPr>
          <a:xfrm>
            <a:off x="508000" y="927100"/>
            <a:ext cx="17259300" cy="25400"/>
          </a:xfrm>
          <a:prstGeom prst="rect">
            <a:avLst/>
          </a:prstGeom>
        </p:spPr>
      </p:pic>
      <p:pic>
        <p:nvPicPr>
          <p:cNvPr id="6" name="Picture 6"/>
          <p:cNvPicPr>
            <a:picLocks noChangeAspect="1"/>
          </p:cNvPicPr>
          <p:nvPr/>
        </p:nvPicPr>
        <p:blipFill>
          <a:blip r:embed="rId4"/>
          <a:stretch>
            <a:fillRect/>
          </a:stretch>
        </p:blipFill>
        <p:spPr>
          <a:xfrm rot="5400000">
            <a:off x="2654300" y="698500"/>
            <a:ext cx="431800" cy="25400"/>
          </a:xfrm>
          <a:prstGeom prst="rect">
            <a:avLst/>
          </a:prstGeom>
        </p:spPr>
      </p:pic>
      <p:pic>
        <p:nvPicPr>
          <p:cNvPr id="7" name="Picture 7"/>
          <p:cNvPicPr>
            <a:picLocks noChangeAspect="1"/>
          </p:cNvPicPr>
          <p:nvPr/>
        </p:nvPicPr>
        <p:blipFill>
          <a:blip r:embed="rId3"/>
          <a:stretch>
            <a:fillRect/>
          </a:stretch>
        </p:blipFill>
        <p:spPr>
          <a:xfrm>
            <a:off x="508000" y="482600"/>
            <a:ext cx="17259300" cy="25400"/>
          </a:xfrm>
          <a:prstGeom prst="rect">
            <a:avLst/>
          </a:prstGeom>
        </p:spPr>
      </p:pic>
      <p:pic>
        <p:nvPicPr>
          <p:cNvPr id="8" name="Picture 8"/>
          <p:cNvPicPr>
            <a:picLocks noChangeAspect="1"/>
          </p:cNvPicPr>
          <p:nvPr/>
        </p:nvPicPr>
        <p:blipFill>
          <a:blip r:embed="rId4"/>
          <a:stretch>
            <a:fillRect/>
          </a:stretch>
        </p:blipFill>
        <p:spPr>
          <a:xfrm rot="5400000">
            <a:off x="8242300" y="698500"/>
            <a:ext cx="431800" cy="25400"/>
          </a:xfrm>
          <a:prstGeom prst="rect">
            <a:avLst/>
          </a:prstGeom>
        </p:spPr>
      </p:pic>
      <p:pic>
        <p:nvPicPr>
          <p:cNvPr id="9" name="Picture 9"/>
          <p:cNvPicPr>
            <a:picLocks noChangeAspect="1"/>
          </p:cNvPicPr>
          <p:nvPr/>
        </p:nvPicPr>
        <p:blipFill>
          <a:blip r:embed="rId4"/>
          <a:stretch>
            <a:fillRect/>
          </a:stretch>
        </p:blipFill>
        <p:spPr>
          <a:xfrm rot="5400000">
            <a:off x="16319500" y="698500"/>
            <a:ext cx="431800" cy="25400"/>
          </a:xfrm>
          <a:prstGeom prst="rect">
            <a:avLst/>
          </a:prstGeom>
        </p:spPr>
      </p:pic>
      <p:sp>
        <p:nvSpPr>
          <p:cNvPr id="11" name="TextBox 11"/>
          <p:cNvSpPr txBox="1"/>
          <p:nvPr/>
        </p:nvSpPr>
        <p:spPr>
          <a:xfrm>
            <a:off x="508000" y="584200"/>
            <a:ext cx="1968500" cy="266700"/>
          </a:xfrm>
          <a:prstGeom prst="rect">
            <a:avLst/>
          </a:prstGeom>
        </p:spPr>
        <p:txBody>
          <a:bodyPr lIns="0" tIns="0" rIns="0" bIns="0" rtlCol="0" anchor="t"/>
          <a:lstStyle/>
          <a:p>
            <a:pPr lvl="0" algn="l">
              <a:lnSpc>
                <a:spcPct val="100000"/>
              </a:lnSpc>
            </a:pPr>
            <a:r>
              <a:rPr lang="en-US" sz="1500" b="0" i="0" u="none" strike="noStrike">
                <a:solidFill>
                  <a:srgbClr val="000000"/>
                </a:solidFill>
                <a:latin typeface="Anek Tamil Expanded ExtraBold"/>
              </a:rPr>
              <a:t>Design Studio</a:t>
            </a:r>
            <a:endParaRPr lang="en-US" sz="1500" b="0" i="0" u="none" strike="noStrike">
              <a:solidFill>
                <a:srgbClr val="000000"/>
              </a:solidFill>
              <a:latin typeface="Anek Tamil Expanded ExtraBold"/>
            </a:endParaRPr>
          </a:p>
        </p:txBody>
      </p:sp>
      <p:sp>
        <p:nvSpPr>
          <p:cNvPr id="12" name="TextBox 12"/>
          <p:cNvSpPr txBox="1"/>
          <p:nvPr/>
        </p:nvSpPr>
        <p:spPr>
          <a:xfrm>
            <a:off x="30353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SemiBold"/>
              </a:rPr>
              <a:t>2025 Article </a:t>
            </a:r>
            <a:r>
              <a:rPr lang="en-US" sz="1500" b="0" i="0" u="none" strike="noStrike">
                <a:solidFill>
                  <a:srgbClr val="000000"/>
                </a:solidFill>
                <a:latin typeface="Anek Tamil Expanded Light"/>
              </a:rPr>
              <a:t>// Issue no. 012 // GRPHC DSGN</a:t>
            </a:r>
            <a:r>
              <a:rPr lang="en-US" sz="1500" b="0" i="0" u="none" strike="noStrike">
                <a:solidFill>
                  <a:srgbClr val="000000"/>
                </a:solidFill>
                <a:latin typeface="Anek Tamil Expanded SemiBold"/>
              </a:rPr>
              <a:t> </a:t>
            </a:r>
            <a:endParaRPr lang="en-US" sz="1500" b="0" i="0" u="none" strike="noStrike">
              <a:solidFill>
                <a:srgbClr val="000000"/>
              </a:solidFill>
              <a:latin typeface="Anek Tamil Expanded SemiBold"/>
            </a:endParaRPr>
          </a:p>
        </p:txBody>
      </p:sp>
      <p:sp>
        <p:nvSpPr>
          <p:cNvPr id="13" name="TextBox 13"/>
          <p:cNvSpPr txBox="1"/>
          <p:nvPr/>
        </p:nvSpPr>
        <p:spPr>
          <a:xfrm>
            <a:off x="17424400" y="596900"/>
            <a:ext cx="342900" cy="292100"/>
          </a:xfrm>
          <a:prstGeom prst="rect">
            <a:avLst/>
          </a:prstGeom>
        </p:spPr>
        <p:txBody>
          <a:bodyPr lIns="0" tIns="0" rIns="0" bIns="0" rtlCol="0" anchor="t"/>
          <a:lstStyle/>
          <a:p>
            <a:pPr lvl="0" algn="r">
              <a:lnSpc>
                <a:spcPct val="100000"/>
              </a:lnSpc>
            </a:pPr>
            <a:r>
              <a:rPr lang="en-US" sz="1600" b="0" i="0" u="none" strike="noStrike" dirty="0">
                <a:solidFill>
                  <a:srgbClr val="000000"/>
                </a:solidFill>
                <a:latin typeface="Anek Tamil Expanded SemiBold"/>
              </a:rPr>
              <a:t>15</a:t>
            </a:r>
            <a:endParaRPr lang="en-US" sz="1600" b="0" i="0" u="none" strike="noStrike" dirty="0">
              <a:solidFill>
                <a:srgbClr val="000000"/>
              </a:solidFill>
              <a:latin typeface="Anek Tamil Expanded SemiBold"/>
            </a:endParaRPr>
          </a:p>
        </p:txBody>
      </p:sp>
      <p:sp>
        <p:nvSpPr>
          <p:cNvPr id="14" name="TextBox 14"/>
          <p:cNvSpPr txBox="1"/>
          <p:nvPr/>
        </p:nvSpPr>
        <p:spPr>
          <a:xfrm>
            <a:off x="9791700" y="596900"/>
            <a:ext cx="5194300" cy="266700"/>
          </a:xfrm>
          <a:prstGeom prst="rect">
            <a:avLst/>
          </a:prstGeom>
        </p:spPr>
        <p:txBody>
          <a:bodyPr lIns="0" tIns="0" rIns="0" bIns="0" rtlCol="0" anchor="t"/>
          <a:lstStyle/>
          <a:p>
            <a:pPr lvl="0" algn="ctr">
              <a:lnSpc>
                <a:spcPct val="100000"/>
              </a:lnSpc>
            </a:pPr>
            <a:r>
              <a:rPr lang="en-US" sz="1500" b="0" i="0" u="none" strike="noStrike">
                <a:solidFill>
                  <a:srgbClr val="000000"/>
                </a:solidFill>
                <a:latin typeface="Anek Tamil Expanded Regular"/>
              </a:rPr>
              <a:t>Testimonials</a:t>
            </a:r>
            <a:endParaRPr lang="en-US" sz="1500" b="0" i="0" u="none" strike="noStrike">
              <a:solidFill>
                <a:srgbClr val="000000"/>
              </a:solidFill>
              <a:latin typeface="Anek Tamil Expanded Regular"/>
            </a:endParaRPr>
          </a:p>
        </p:txBody>
      </p:sp>
      <p:sp>
        <p:nvSpPr>
          <p:cNvPr id="15" name="TextBox 15"/>
          <p:cNvSpPr txBox="1"/>
          <p:nvPr/>
        </p:nvSpPr>
        <p:spPr>
          <a:xfrm>
            <a:off x="584200" y="2438400"/>
            <a:ext cx="5613400" cy="4470400"/>
          </a:xfrm>
          <a:prstGeom prst="rect">
            <a:avLst/>
          </a:prstGeom>
        </p:spPr>
        <p:txBody>
          <a:bodyPr lIns="0" tIns="0" rIns="0" bIns="0" rtlCol="0" anchor="t"/>
          <a:lstStyle/>
          <a:p>
            <a:pPr lvl="0" algn="l">
              <a:lnSpc>
                <a:spcPct val="83000"/>
              </a:lnSpc>
            </a:pPr>
            <a:r>
              <a:rPr lang="en-US" sz="8000" b="0" i="0" u="none" strike="noStrike" dirty="0">
                <a:solidFill>
                  <a:srgbClr val="000000"/>
                </a:solidFill>
                <a:latin typeface="Anek Tamil Expanded Regular"/>
              </a:rPr>
              <a:t>Contact &amp; Portfolio Access</a:t>
            </a:r>
            <a:endParaRPr lang="en-US" sz="8000" b="0" i="0" u="none" strike="noStrike" dirty="0">
              <a:solidFill>
                <a:srgbClr val="000000"/>
              </a:solidFill>
              <a:latin typeface="Anek Tamil Expanded Regular"/>
            </a:endParaRPr>
          </a:p>
        </p:txBody>
      </p:sp>
      <p:sp>
        <p:nvSpPr>
          <p:cNvPr id="16" name="TextBox 16"/>
          <p:cNvSpPr txBox="1"/>
          <p:nvPr/>
        </p:nvSpPr>
        <p:spPr>
          <a:xfrm>
            <a:off x="12407900" y="8591550"/>
            <a:ext cx="4292600" cy="520700"/>
          </a:xfrm>
          <a:prstGeom prst="rect">
            <a:avLst/>
          </a:prstGeom>
        </p:spPr>
        <p:txBody>
          <a:bodyPr lIns="0" tIns="0" rIns="0" bIns="0" rtlCol="0" anchor="t"/>
          <a:lstStyle/>
          <a:p>
            <a:pPr lvl="0" algn="l">
              <a:lnSpc>
                <a:spcPct val="100000"/>
              </a:lnSpc>
            </a:pPr>
            <a:r>
              <a:rPr lang="en-US" sz="1600" b="0" i="0" u="none" strike="noStrike">
                <a:solidFill>
                  <a:srgbClr val="000000"/>
                </a:solidFill>
                <a:latin typeface="Montserrat Regular"/>
              </a:rPr>
              <a:t>For collaborations, commissions, or inquiries, feel free to reach out!</a:t>
            </a:r>
            <a:endParaRPr lang="en-US" sz="1600" b="0" i="0" u="none" strike="noStrike">
              <a:solidFill>
                <a:srgbClr val="000000"/>
              </a:solidFill>
              <a:latin typeface="Montserrat Regular"/>
            </a:endParaRPr>
          </a:p>
        </p:txBody>
      </p:sp>
      <p:sp>
        <p:nvSpPr>
          <p:cNvPr id="17" name="TextBox 17"/>
          <p:cNvSpPr txBox="1"/>
          <p:nvPr/>
        </p:nvSpPr>
        <p:spPr>
          <a:xfrm>
            <a:off x="12407900" y="7651750"/>
            <a:ext cx="3975100" cy="660400"/>
          </a:xfrm>
          <a:prstGeom prst="rect">
            <a:avLst/>
          </a:prstGeom>
        </p:spPr>
        <p:txBody>
          <a:bodyPr lIns="0" tIns="0" rIns="0" bIns="0" rtlCol="0" anchor="t"/>
          <a:lstStyle/>
          <a:p>
            <a:pPr lvl="0" algn="l">
              <a:lnSpc>
                <a:spcPct val="100000"/>
              </a:lnSpc>
            </a:pPr>
            <a:r>
              <a:rPr lang="en-US" sz="2000" b="0" i="0" u="none" strike="noStrike" dirty="0">
                <a:solidFill>
                  <a:srgbClr val="000000"/>
                </a:solidFill>
                <a:latin typeface="Montserrat SemiBold"/>
              </a:rPr>
              <a:t>Thank you for viewing my graphic design portfolio.</a:t>
            </a:r>
            <a:endParaRPr lang="en-US" sz="2000" b="0" i="0" u="none" strike="noStrike" dirty="0">
              <a:solidFill>
                <a:srgbClr val="000000"/>
              </a:solidFill>
              <a:latin typeface="Montserrat Semi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6">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6545</Words>
  <Application>WPS 演示</Application>
  <PresentationFormat>自定义</PresentationFormat>
  <Paragraphs>323</Paragraphs>
  <Slides>15</Slides>
  <Notes>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15</vt:i4>
      </vt:variant>
    </vt:vector>
  </HeadingPairs>
  <TitlesOfParts>
    <vt:vector size="38" baseType="lpstr">
      <vt:lpstr>Arial</vt:lpstr>
      <vt:lpstr>宋体</vt:lpstr>
      <vt:lpstr>Wingdings</vt:lpstr>
      <vt:lpstr>DejaVu Sans</vt:lpstr>
      <vt:lpstr>Anek Tamil Expanded Regular</vt:lpstr>
      <vt:lpstr>Gubbi</vt:lpstr>
      <vt:lpstr>Anek Tamil Expanded Light</vt:lpstr>
      <vt:lpstr>Montserrat SemiBold</vt:lpstr>
      <vt:lpstr>Montserrat Regular</vt:lpstr>
      <vt:lpstr>Anek Tamil Expanded SemiBold</vt:lpstr>
      <vt:lpstr>Anek Tamil Expanded ExtraBold</vt:lpstr>
      <vt:lpstr>Source Serif Pro</vt:lpstr>
      <vt:lpstr>Lato</vt:lpstr>
      <vt:lpstr>微软雅黑</vt:lpstr>
      <vt:lpstr>Droid Sans Fallback</vt:lpstr>
      <vt:lpstr>宋体</vt:lpstr>
      <vt:lpstr>Arial Unicode MS</vt:lpstr>
      <vt:lpstr>Calibri</vt:lpstr>
      <vt:lpstr>Noto Serif CJK SC</vt:lpstr>
      <vt:lpstr>Montserrat Light</vt:lpstr>
      <vt:lpstr>Montserrat Regular</vt:lpstr>
      <vt:lpstr>汉仪中圆B5</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maxiaohan</cp:lastModifiedBy>
  <cp:revision>7</cp:revision>
  <dcterms:created xsi:type="dcterms:W3CDTF">2026-08-08T05:20:27Z</dcterms:created>
  <dcterms:modified xsi:type="dcterms:W3CDTF">2026-08-08T05:20:27Z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4A6E70BF55B106A79BBC766A936280C8_42</vt:lpwstr>
  </property>
  <property fmtid="{D5CDD505-2E9C-101B-9397-08002B2CF9AE}" pid="3" name="KSOProductBuildVer">
    <vt:lpwstr>2052-12.1.2.22571</vt:lpwstr>
  </property>
</Properties>
</file>